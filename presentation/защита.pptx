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2.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F2C68"/>
        </a:fontRef>
        <a:srgbClr val="0F2C6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D2"/>
          </a:solidFill>
        </a:fill>
      </a:tcStyle>
    </a:wholeTbl>
    <a:band2H>
      <a:tcTxStyle b="def" i="def"/>
      <a:tcStyle>
        <a:tcBdr/>
        <a:fill>
          <a:solidFill>
            <a:srgbClr val="E6E7E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F2C68"/>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F2C68"/>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F2C68"/>
          </a:solidFill>
        </a:fill>
      </a:tcStyle>
    </a:firstRow>
  </a:tblStyle>
  <a:tblStyle styleId="{C7B018BB-80A7-4F77-B60F-C8B233D01FF8}" styleName="">
    <a:tblBg/>
    <a:wholeTbl>
      <a:tcTxStyle b="off" i="off">
        <a:fontRef idx="minor">
          <a:srgbClr val="0F2C68"/>
        </a:fontRef>
        <a:srgbClr val="0F2C68"/>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chemeClr val="accent1"/>
          </a:solidFill>
        </a:fill>
      </a:tcStyle>
    </a:firstCol>
    <a:lastRow>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381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chemeClr val="accent1"/>
          </a:solidFill>
        </a:fill>
      </a:tcStyle>
    </a:lastRow>
    <a:firstRow>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381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chemeClr val="accent1"/>
          </a:solidFill>
        </a:fill>
      </a:tcStyle>
    </a:firstRow>
  </a:tblStyle>
  <a:tblStyle styleId="{EEE7283C-3CF3-47DC-8721-378D4A62B228}" styleName="">
    <a:tblBg/>
    <a:wholeTbl>
      <a:tcTxStyle b="off" i="off">
        <a:fontRef idx="minor">
          <a:srgbClr val="0F2C68"/>
        </a:fontRef>
        <a:srgbClr val="0F2C68"/>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chemeClr val="accent3"/>
          </a:solidFill>
        </a:fill>
      </a:tcStyle>
    </a:firstCol>
    <a:lastRow>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381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chemeClr val="accent3"/>
          </a:solidFill>
        </a:fill>
      </a:tcStyle>
    </a:lastRow>
    <a:firstRow>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381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chemeClr val="accent3"/>
          </a:solidFill>
        </a:fill>
      </a:tcStyle>
    </a:firstRow>
  </a:tblStyle>
  <a:tblStyle styleId="{CF821DB8-F4EB-4A41-A1BA-3FCAFE7338EE}" styleName="">
    <a:tblBg/>
    <a:wholeTbl>
      <a:tcTxStyle b="off" i="off">
        <a:fontRef idx="minor">
          <a:srgbClr val="0F2C68"/>
        </a:fontRef>
        <a:srgbClr val="0F2C68"/>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chemeClr val="accent6"/>
          </a:solidFill>
        </a:fill>
      </a:tcStyle>
    </a:firstCol>
    <a:lastRow>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381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chemeClr val="accent6"/>
          </a:solidFill>
        </a:fill>
      </a:tcStyle>
    </a:lastRow>
    <a:firstRow>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381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chemeClr val="accent6"/>
          </a:solidFill>
        </a:fill>
      </a:tcStyle>
    </a:firstRow>
  </a:tblStyle>
  <a:tblStyle styleId="{33BA23B1-9221-436E-865A-0063620EA4FD}" styleName="">
    <a:tblBg/>
    <a:wholeTbl>
      <a:tcTxStyle b="off" i="off">
        <a:fontRef idx="minor">
          <a:srgbClr val="0F2C68"/>
        </a:fontRef>
        <a:srgbClr val="0F2C68"/>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7EA"/>
          </a:solidFill>
        </a:fill>
      </a:tcStyle>
    </a:wholeTbl>
    <a:band2H>
      <a:tcTxStyle b="def" i="def"/>
      <a:tcStyle>
        <a:tcBdr/>
        <a:fill>
          <a:solidFill>
            <a:srgbClr val="686359"/>
          </a:solidFill>
        </a:fill>
      </a:tcStyle>
    </a:band2H>
    <a:firstCol>
      <a:tcTxStyle b="on" i="off">
        <a:fontRef idx="minor">
          <a:srgbClr val="686359"/>
        </a:fontRef>
        <a:srgbClr val="686359"/>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F2C68"/>
        </a:fontRef>
        <a:srgbClr val="0F2C68"/>
      </a:tcTxStyle>
      <a:tcStyle>
        <a:tcBdr>
          <a:left>
            <a:ln w="12700" cap="flat">
              <a:noFill/>
              <a:miter lim="400000"/>
            </a:ln>
          </a:left>
          <a:right>
            <a:ln w="12700" cap="flat">
              <a:noFill/>
              <a:miter lim="400000"/>
            </a:ln>
          </a:right>
          <a:top>
            <a:ln w="50800" cap="flat">
              <a:solidFill>
                <a:srgbClr val="0F2C68"/>
              </a:solidFill>
              <a:prstDash val="solid"/>
              <a:round/>
            </a:ln>
          </a:top>
          <a:bottom>
            <a:ln w="25400" cap="flat">
              <a:solidFill>
                <a:srgbClr val="0F2C68"/>
              </a:solidFill>
              <a:prstDash val="solid"/>
              <a:round/>
            </a:ln>
          </a:bottom>
          <a:insideH>
            <a:ln w="12700" cap="flat">
              <a:noFill/>
              <a:miter lim="400000"/>
            </a:ln>
          </a:insideH>
          <a:insideV>
            <a:ln w="12700" cap="flat">
              <a:noFill/>
              <a:miter lim="400000"/>
            </a:ln>
          </a:insideV>
        </a:tcBdr>
        <a:fill>
          <a:solidFill>
            <a:srgbClr val="686359"/>
          </a:solidFill>
        </a:fill>
      </a:tcStyle>
    </a:lastRow>
    <a:firstRow>
      <a:tcTxStyle b="on" i="off">
        <a:fontRef idx="minor">
          <a:srgbClr val="686359"/>
        </a:fontRef>
        <a:srgbClr val="686359"/>
      </a:tcTxStyle>
      <a:tcStyle>
        <a:tcBdr>
          <a:left>
            <a:ln w="12700" cap="flat">
              <a:noFill/>
              <a:miter lim="400000"/>
            </a:ln>
          </a:left>
          <a:right>
            <a:ln w="12700" cap="flat">
              <a:noFill/>
              <a:miter lim="400000"/>
            </a:ln>
          </a:right>
          <a:top>
            <a:ln w="25400" cap="flat">
              <a:solidFill>
                <a:srgbClr val="0F2C68"/>
              </a:solidFill>
              <a:prstDash val="solid"/>
              <a:round/>
            </a:ln>
          </a:top>
          <a:bottom>
            <a:ln w="25400" cap="flat">
              <a:solidFill>
                <a:srgbClr val="0F2C68"/>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F2C68"/>
        </a:fontRef>
        <a:srgbClr val="0F2C68"/>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rgbClr val="CACBD2"/>
          </a:solidFill>
        </a:fill>
      </a:tcStyle>
    </a:wholeTbl>
    <a:band2H>
      <a:tcTxStyle b="def" i="def"/>
      <a:tcStyle>
        <a:tcBdr/>
        <a:fill>
          <a:solidFill>
            <a:srgbClr val="E6E7EA"/>
          </a:solidFill>
        </a:fill>
      </a:tcStyle>
    </a:band2H>
    <a:firstCol>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rgbClr val="0F2C68"/>
          </a:solidFill>
        </a:fill>
      </a:tcStyle>
    </a:firstCol>
    <a:lastRow>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38100" cap="flat">
              <a:solidFill>
                <a:srgbClr val="686359"/>
              </a:solidFill>
              <a:prstDash val="solid"/>
              <a:round/>
            </a:ln>
          </a:top>
          <a:bottom>
            <a:ln w="127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rgbClr val="0F2C68"/>
          </a:solidFill>
        </a:fill>
      </a:tcStyle>
    </a:lastRow>
    <a:firstRow>
      <a:tcTxStyle b="on" i="off">
        <a:fontRef idx="minor">
          <a:srgbClr val="686359"/>
        </a:fontRef>
        <a:srgbClr val="686359"/>
      </a:tcTxStyle>
      <a:tcStyle>
        <a:tcBdr>
          <a:left>
            <a:ln w="12700" cap="flat">
              <a:solidFill>
                <a:srgbClr val="686359"/>
              </a:solidFill>
              <a:prstDash val="solid"/>
              <a:round/>
            </a:ln>
          </a:left>
          <a:right>
            <a:ln w="12700" cap="flat">
              <a:solidFill>
                <a:srgbClr val="686359"/>
              </a:solidFill>
              <a:prstDash val="solid"/>
              <a:round/>
            </a:ln>
          </a:right>
          <a:top>
            <a:ln w="12700" cap="flat">
              <a:solidFill>
                <a:srgbClr val="686359"/>
              </a:solidFill>
              <a:prstDash val="solid"/>
              <a:round/>
            </a:ln>
          </a:top>
          <a:bottom>
            <a:ln w="38100" cap="flat">
              <a:solidFill>
                <a:srgbClr val="686359"/>
              </a:solidFill>
              <a:prstDash val="solid"/>
              <a:round/>
            </a:ln>
          </a:bottom>
          <a:insideH>
            <a:ln w="12700" cap="flat">
              <a:solidFill>
                <a:srgbClr val="686359"/>
              </a:solidFill>
              <a:prstDash val="solid"/>
              <a:round/>
            </a:ln>
          </a:insideH>
          <a:insideV>
            <a:ln w="12700" cap="flat">
              <a:solidFill>
                <a:srgbClr val="686359"/>
              </a:solidFill>
              <a:prstDash val="solid"/>
              <a:round/>
            </a:ln>
          </a:insideV>
        </a:tcBdr>
        <a:fill>
          <a:solidFill>
            <a:srgbClr val="0F2C68"/>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29" name="Shape 229"/>
          <p:cNvSpPr/>
          <p:nvPr>
            <p:ph type="sldImg"/>
          </p:nvPr>
        </p:nvSpPr>
        <p:spPr>
          <a:xfrm>
            <a:off x="1143000" y="685800"/>
            <a:ext cx="4572000" cy="3429000"/>
          </a:xfrm>
          <a:prstGeom prst="rect">
            <a:avLst/>
          </a:prstGeom>
        </p:spPr>
        <p:txBody>
          <a:bodyPr/>
          <a:lstStyle/>
          <a:p>
            <a:pPr/>
          </a:p>
        </p:txBody>
      </p:sp>
      <p:sp>
        <p:nvSpPr>
          <p:cNvPr id="230" name="Shape 23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Обложка">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6" name="Picture 28" descr="Picture 28"/>
          <p:cNvPicPr>
            <a:picLocks noChangeAspect="1"/>
          </p:cNvPicPr>
          <p:nvPr/>
        </p:nvPicPr>
        <p:blipFill>
          <a:blip r:embed="rId3">
            <a:extLst/>
          </a:blip>
          <a:stretch>
            <a:fillRect/>
          </a:stretch>
        </p:blipFill>
        <p:spPr>
          <a:xfrm>
            <a:off x="1013859" y="962171"/>
            <a:ext cx="886501" cy="886501"/>
          </a:xfrm>
          <a:prstGeom prst="rect">
            <a:avLst/>
          </a:prstGeom>
          <a:ln w="12700">
            <a:miter lim="400000"/>
          </a:ln>
        </p:spPr>
      </p:pic>
      <p:sp>
        <p:nvSpPr>
          <p:cNvPr id="17" name="Straight Connector 48"/>
          <p:cNvSpPr/>
          <p:nvPr/>
        </p:nvSpPr>
        <p:spPr>
          <a:xfrm>
            <a:off x="6090210" y="985335"/>
            <a:ext cx="2" cy="840175"/>
          </a:xfrm>
          <a:prstGeom prst="line">
            <a:avLst/>
          </a:prstGeom>
          <a:ln w="12700">
            <a:solidFill>
              <a:srgbClr val="102D69"/>
            </a:solidFill>
            <a:miter/>
          </a:ln>
        </p:spPr>
        <p:txBody>
          <a:bodyPr lIns="45718" tIns="45718" rIns="45718" bIns="45718"/>
          <a:lstStyle/>
          <a:p>
            <a:pPr/>
          </a:p>
        </p:txBody>
      </p:sp>
      <p:sp>
        <p:nvSpPr>
          <p:cNvPr id="18" name="Straight Connector 50"/>
          <p:cNvSpPr/>
          <p:nvPr/>
        </p:nvSpPr>
        <p:spPr>
          <a:xfrm>
            <a:off x="8642580" y="985335"/>
            <a:ext cx="2" cy="840175"/>
          </a:xfrm>
          <a:prstGeom prst="line">
            <a:avLst/>
          </a:prstGeom>
          <a:ln w="12700">
            <a:solidFill>
              <a:srgbClr val="102D69"/>
            </a:solidFill>
            <a:miter/>
          </a:ln>
        </p:spPr>
        <p:txBody>
          <a:bodyPr lIns="45718" tIns="45718" rIns="45718" bIns="45718"/>
          <a:lstStyle/>
          <a:p>
            <a:pPr/>
          </a:p>
        </p:txBody>
      </p:sp>
      <p:sp>
        <p:nvSpPr>
          <p:cNvPr id="19" name="Straight Connector 51"/>
          <p:cNvSpPr/>
          <p:nvPr/>
        </p:nvSpPr>
        <p:spPr>
          <a:xfrm>
            <a:off x="11179047" y="985335"/>
            <a:ext cx="2" cy="840175"/>
          </a:xfrm>
          <a:prstGeom prst="line">
            <a:avLst/>
          </a:prstGeom>
          <a:ln w="12700">
            <a:solidFill>
              <a:srgbClr val="102D69"/>
            </a:solidFill>
            <a:miter/>
          </a:ln>
        </p:spPr>
        <p:txBody>
          <a:bodyPr lIns="45718" tIns="45718" rIns="45718" bIns="45718"/>
          <a:lstStyle/>
          <a:p>
            <a:pPr/>
          </a:p>
        </p:txBody>
      </p:sp>
      <p:sp>
        <p:nvSpPr>
          <p:cNvPr id="20" name="Name of presentation can be specified in two or three lines  (43 pt)"/>
          <p:cNvSpPr txBox="1"/>
          <p:nvPr>
            <p:ph type="title" hasCustomPrompt="1"/>
          </p:nvPr>
        </p:nvSpPr>
        <p:spPr>
          <a:xfrm>
            <a:off x="1027967" y="2404670"/>
            <a:ext cx="7634059" cy="1978325"/>
          </a:xfrm>
          <a:prstGeom prst="rect">
            <a:avLst/>
          </a:prstGeom>
        </p:spPr>
        <p:txBody>
          <a:bodyPr/>
          <a:lstStyle>
            <a:lvl1pPr>
              <a:defRPr sz="4300">
                <a:solidFill>
                  <a:srgbClr val="0E2D69"/>
                </a:solidFill>
              </a:defRPr>
            </a:lvl1pPr>
          </a:lstStyle>
          <a:p>
            <a:pPr/>
            <a:r>
              <a:t>Name of presentation can be specified in two or three lines  (43 pt)</a:t>
            </a:r>
          </a:p>
        </p:txBody>
      </p:sp>
      <p:sp>
        <p:nvSpPr>
          <p:cNvPr id="21" name="Уровень текста 1…"/>
          <p:cNvSpPr txBox="1"/>
          <p:nvPr>
            <p:ph type="body" sz="quarter" idx="1" hasCustomPrompt="1"/>
          </p:nvPr>
        </p:nvSpPr>
        <p:spPr>
          <a:xfrm>
            <a:off x="2074946" y="1187839"/>
            <a:ext cx="3848719" cy="435165"/>
          </a:xfrm>
          <a:prstGeom prst="rect">
            <a:avLst/>
          </a:prstGeom>
        </p:spPr>
        <p:txBody>
          <a:bodyPr numCol="1" spcCol="38100"/>
          <a:lstStyle>
            <a:lvl1pPr>
              <a:spcBef>
                <a:spcPts val="0"/>
              </a:spcBef>
              <a:defRPr sz="1600">
                <a:solidFill>
                  <a:srgbClr val="0F2C68"/>
                </a:solidFill>
              </a:defRPr>
            </a:lvl1pPr>
            <a:lvl2pPr>
              <a:spcBef>
                <a:spcPts val="0"/>
              </a:spcBef>
              <a:defRPr sz="1600">
                <a:solidFill>
                  <a:srgbClr val="0F2C68"/>
                </a:solidFill>
              </a:defRPr>
            </a:lvl2pPr>
            <a:lvl3pPr>
              <a:spcBef>
                <a:spcPts val="0"/>
              </a:spcBef>
              <a:defRPr sz="1600">
                <a:solidFill>
                  <a:srgbClr val="0F2C68"/>
                </a:solidFill>
              </a:defRPr>
            </a:lvl3pPr>
            <a:lvl4pPr>
              <a:spcBef>
                <a:spcPts val="0"/>
              </a:spcBef>
              <a:defRPr sz="1600">
                <a:solidFill>
                  <a:srgbClr val="0F2C68"/>
                </a:solidFill>
              </a:defRPr>
            </a:lvl4pPr>
            <a:lvl5pPr>
              <a:spcBef>
                <a:spcPts val="0"/>
              </a:spcBef>
              <a:defRPr sz="1600">
                <a:solidFill>
                  <a:srgbClr val="0F2C68"/>
                </a:solidFill>
              </a:defRPr>
            </a:lvl5pPr>
          </a:lstStyle>
          <a:p>
            <a:pPr/>
            <a:r>
              <a:t>Name of faculty in two lines (16 pt)</a:t>
            </a:r>
          </a:p>
          <a:p>
            <a:pPr lvl="1"/>
            <a:r>
              <a:t/>
            </a:r>
          </a:p>
          <a:p>
            <a:pPr lvl="2"/>
            <a:r>
              <a:t/>
            </a:r>
          </a:p>
          <a:p>
            <a:pPr lvl="3"/>
            <a:r>
              <a:t/>
            </a:r>
          </a:p>
          <a:p>
            <a:pPr lvl="4"/>
            <a:r>
              <a:t/>
            </a:r>
          </a:p>
        </p:txBody>
      </p:sp>
      <p:sp>
        <p:nvSpPr>
          <p:cNvPr id="22" name="Текст 24"/>
          <p:cNvSpPr/>
          <p:nvPr>
            <p:ph type="body" sz="quarter" idx="21" hasCustomPrompt="1"/>
          </p:nvPr>
        </p:nvSpPr>
        <p:spPr>
          <a:xfrm>
            <a:off x="6259419" y="1173829"/>
            <a:ext cx="2278065" cy="463188"/>
          </a:xfrm>
          <a:prstGeom prst="rect">
            <a:avLst/>
          </a:prstGeom>
        </p:spPr>
        <p:txBody>
          <a:bodyPr numCol="1" spcCol="38100"/>
          <a:lstStyle>
            <a:lvl1pPr>
              <a:spcBef>
                <a:spcPts val="0"/>
              </a:spcBef>
              <a:defRPr sz="1200"/>
            </a:lvl1pPr>
          </a:lstStyle>
          <a:p>
            <a:pPr/>
            <a:r>
              <a:t>Name of subdivision in two or three lines (12 pt)</a:t>
            </a:r>
          </a:p>
        </p:txBody>
      </p:sp>
      <p:sp>
        <p:nvSpPr>
          <p:cNvPr id="23" name="Текст 26"/>
          <p:cNvSpPr/>
          <p:nvPr>
            <p:ph type="body" sz="quarter" idx="22" hasCustomPrompt="1"/>
          </p:nvPr>
        </p:nvSpPr>
        <p:spPr>
          <a:xfrm>
            <a:off x="8786720" y="1173829"/>
            <a:ext cx="2217740" cy="463188"/>
          </a:xfrm>
          <a:prstGeom prst="rect">
            <a:avLst/>
          </a:prstGeom>
        </p:spPr>
        <p:txBody>
          <a:bodyPr numCol="1" spcCol="38100"/>
          <a:lstStyle>
            <a:lvl1pPr>
              <a:spcBef>
                <a:spcPts val="0"/>
              </a:spcBef>
              <a:defRPr sz="1200"/>
            </a:lvl1pPr>
          </a:lstStyle>
          <a:p>
            <a:pPr/>
            <a:r>
              <a:t>Moscow 2022 (12 pt)</a:t>
            </a:r>
          </a:p>
        </p:txBody>
      </p:sp>
      <p:sp>
        <p:nvSpPr>
          <p:cNvPr id="24" name="Текст 28"/>
          <p:cNvSpPr/>
          <p:nvPr>
            <p:ph type="body" sz="quarter" idx="23" hasCustomPrompt="1"/>
          </p:nvPr>
        </p:nvSpPr>
        <p:spPr>
          <a:xfrm>
            <a:off x="1027966" y="4824914"/>
            <a:ext cx="7625268" cy="652862"/>
          </a:xfrm>
          <a:prstGeom prst="rect">
            <a:avLst/>
          </a:prstGeom>
        </p:spPr>
        <p:txBody>
          <a:bodyPr numCol="1" spcCol="38100"/>
          <a:lstStyle>
            <a:lvl1pPr>
              <a:spcBef>
                <a:spcPts val="0"/>
              </a:spcBef>
              <a:defRPr sz="1600"/>
            </a:lvl1pPr>
          </a:lstStyle>
          <a:p>
            <a:pPr/>
            <a:r>
              <a:t>If you need more space, please use a subheading (16 pt)</a:t>
            </a:r>
          </a:p>
        </p:txBody>
      </p:sp>
      <p:sp>
        <p:nvSpPr>
          <p:cNvPr id="25" name="Номер слайда"/>
          <p:cNvSpPr txBox="1"/>
          <p:nvPr>
            <p:ph type="sldNum" sz="quarter" idx="2"/>
          </p:nvPr>
        </p:nvSpPr>
        <p:spPr>
          <a:xfrm>
            <a:off x="8478978" y="6232199"/>
            <a:ext cx="258623" cy="248303"/>
          </a:xfrm>
          <a:prstGeom prst="rect">
            <a:avLst/>
          </a:prstGeom>
        </p:spPr>
        <p:txBody>
          <a:bodyPr lIns="45718" tIns="45718" rIns="45718" bIns="45718" anchor="ctr"/>
          <a:lstStyle>
            <a:lvl1pPr algn="r">
              <a:defRPr sz="1200">
                <a:solidFill>
                  <a:srgbClr val="0F2C68"/>
                </a:solidFill>
                <a:latin typeface="+mj-lt"/>
                <a:ea typeface="+mj-ea"/>
                <a:cs typeface="+mj-cs"/>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Текст_1">
    <p:spTree>
      <p:nvGrpSpPr>
        <p:cNvPr id="1" name=""/>
        <p:cNvGrpSpPr/>
        <p:nvPr/>
      </p:nvGrpSpPr>
      <p:grpSpPr>
        <a:xfrm>
          <a:off x="0" y="0"/>
          <a:ext cx="0" cy="0"/>
          <a:chOff x="0" y="0"/>
          <a:chExt cx="0" cy="0"/>
        </a:xfrm>
      </p:grpSpPr>
      <p:sp>
        <p:nvSpPr>
          <p:cNvPr id="32" name="Рисунок 23"/>
          <p:cNvSpPr/>
          <p:nvPr>
            <p:ph type="pic" sz="half" idx="21"/>
          </p:nvPr>
        </p:nvSpPr>
        <p:spPr>
          <a:xfrm>
            <a:off x="6684653" y="1447790"/>
            <a:ext cx="4325169" cy="4325107"/>
          </a:xfrm>
          <a:prstGeom prst="rect">
            <a:avLst/>
          </a:prstGeom>
        </p:spPr>
        <p:txBody>
          <a:bodyPr lIns="91439" tIns="45719" rIns="91439" bIns="45719" numCol="1" spcCol="38100">
            <a:noAutofit/>
          </a:bodyPr>
          <a:lstStyle/>
          <a:p>
            <a:pPr/>
          </a:p>
        </p:txBody>
      </p:sp>
      <p:sp>
        <p:nvSpPr>
          <p:cNvPr id="33" name="Headline may have two or three lines (24 pt)"/>
          <p:cNvSpPr txBox="1"/>
          <p:nvPr>
            <p:ph type="title" hasCustomPrompt="1"/>
          </p:nvPr>
        </p:nvSpPr>
        <p:spPr>
          <a:xfrm>
            <a:off x="585898" y="1447790"/>
            <a:ext cx="5245561" cy="777027"/>
          </a:xfrm>
          <a:prstGeom prst="rect">
            <a:avLst/>
          </a:prstGeom>
        </p:spPr>
        <p:txBody>
          <a:bodyPr/>
          <a:lstStyle/>
          <a:p>
            <a:pPr/>
            <a:r>
              <a:t>Headline may have two or three lines (24 pt)</a:t>
            </a:r>
          </a:p>
        </p:txBody>
      </p:sp>
      <p:sp>
        <p:nvSpPr>
          <p:cNvPr id="34" name="Уровень текста 1…"/>
          <p:cNvSpPr txBox="1"/>
          <p:nvPr>
            <p:ph type="body" sz="half" idx="1" hasCustomPrompt="1"/>
          </p:nvPr>
        </p:nvSpPr>
        <p:spPr>
          <a:xfrm>
            <a:off x="585896" y="2379663"/>
            <a:ext cx="5245563" cy="3393236"/>
          </a:xfrm>
          <a:prstGeom prst="rect">
            <a:avLst/>
          </a:prstGeom>
        </p:spPr>
        <p:txBody>
          <a:bodyPr numCol="1" spcCol="38100"/>
          <a:lstStyle>
            <a:lvl1pPr>
              <a:spcBef>
                <a:spcPts val="1000"/>
              </a:spcBef>
            </a:lvl1pPr>
            <a:lvl2pPr>
              <a:spcBef>
                <a:spcPts val="1000"/>
              </a:spcBef>
            </a:lvl2pPr>
            <a:lvl3pPr>
              <a:spcBef>
                <a:spcPts val="1000"/>
              </a:spcBef>
            </a:lvl3pPr>
            <a:lvl4pPr>
              <a:spcBef>
                <a:spcPts val="1000"/>
              </a:spcBef>
            </a:lvl4pPr>
            <a:lvl5pPr>
              <a:spcBef>
                <a:spcPts val="1000"/>
              </a:spcBef>
            </a:lvl5pPr>
          </a:lstStyle>
          <a:p>
            <a:pPr/>
            <a:r>
              <a:t>Moderately sized bits of text can be presented in a single column, but they shouldn’t take up the whole screen. A text that is arranged in a long line might be too hard to read; always bear in mind the perspective of those who will be viewing your presentation. Try to limit each line to seven to 10 words. More than that might put your audience to sleep. If you have space left and wish to make your slide more visual, you can include a small image nearby, which should illustrate or supplement your text.</a:t>
            </a:r>
          </a:p>
          <a:p>
            <a:pPr lvl="1"/>
            <a:r>
              <a:t/>
            </a:r>
          </a:p>
          <a:p>
            <a:pPr lvl="2"/>
            <a:r>
              <a:t/>
            </a:r>
          </a:p>
          <a:p>
            <a:pPr lvl="3"/>
            <a:r>
              <a:t/>
            </a:r>
          </a:p>
          <a:p>
            <a:pPr lvl="4"/>
            <a:r>
              <a:t/>
            </a:r>
          </a:p>
        </p:txBody>
      </p:sp>
      <p:sp>
        <p:nvSpPr>
          <p:cNvPr id="35" name="Текст 37"/>
          <p:cNvSpPr/>
          <p:nvPr>
            <p:ph type="body" sz="quarter" idx="22" hasCustomPrompt="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stStyle>
          <a:p>
            <a:pPr/>
            <a:r>
              <a:t>Name of subdivisions in two or three lines (10 pt)</a:t>
            </a:r>
          </a:p>
        </p:txBody>
      </p:sp>
      <p:sp>
        <p:nvSpPr>
          <p:cNvPr id="36" name="Текст 39"/>
          <p:cNvSpPr/>
          <p:nvPr>
            <p:ph type="body" sz="quarter" idx="23" hasCustomPrompt="1"/>
          </p:nvPr>
        </p:nvSpPr>
        <p:spPr>
          <a:xfrm>
            <a:off x="3459162"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37" name="Текст 39"/>
          <p:cNvSpPr/>
          <p:nvPr>
            <p:ph type="body" sz="quarter" idx="24" hasCustomPrompt="1"/>
          </p:nvPr>
        </p:nvSpPr>
        <p:spPr>
          <a:xfrm>
            <a:off x="6259891"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38"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Текст_2">
    <p:spTree>
      <p:nvGrpSpPr>
        <p:cNvPr id="1" name=""/>
        <p:cNvGrpSpPr/>
        <p:nvPr/>
      </p:nvGrpSpPr>
      <p:grpSpPr>
        <a:xfrm>
          <a:off x="0" y="0"/>
          <a:ext cx="0" cy="0"/>
          <a:chOff x="0" y="0"/>
          <a:chExt cx="0" cy="0"/>
        </a:xfrm>
      </p:grpSpPr>
      <p:sp>
        <p:nvSpPr>
          <p:cNvPr id="45" name="Headline may have two or three lines (24 pt)"/>
          <p:cNvSpPr txBox="1"/>
          <p:nvPr>
            <p:ph type="title" hasCustomPrompt="1"/>
          </p:nvPr>
        </p:nvSpPr>
        <p:spPr>
          <a:prstGeom prst="rect">
            <a:avLst/>
          </a:prstGeom>
        </p:spPr>
        <p:txBody>
          <a:bodyPr/>
          <a:lstStyle/>
          <a:p>
            <a:pPr/>
            <a:r>
              <a:t>Headline may have two or three lines (24 pt)</a:t>
            </a:r>
          </a:p>
        </p:txBody>
      </p:sp>
      <p:sp>
        <p:nvSpPr>
          <p:cNvPr id="46" name="Уровень текста 1…"/>
          <p:cNvSpPr txBox="1"/>
          <p:nvPr>
            <p:ph type="body" idx="1" hasCustomPrompt="1"/>
          </p:nvPr>
        </p:nvSpPr>
        <p:spPr>
          <a:prstGeom prst="rect">
            <a:avLst/>
          </a:prstGeom>
        </p:spPr>
        <p:txBody>
          <a:bodyPr/>
          <a:lstStyle/>
          <a:p>
            <a:pPr/>
            <a: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a:t>
            </a:r>
          </a:p>
          <a:p>
            <a:pPr lvl="1"/>
            <a:r>
              <a:t/>
            </a:r>
          </a:p>
          <a:p>
            <a:pPr lvl="2"/>
            <a:r>
              <a:t/>
            </a:r>
          </a:p>
          <a:p>
            <a:pPr lvl="3"/>
            <a:r>
              <a:t/>
            </a:r>
          </a:p>
          <a:p>
            <a:pPr lvl="4"/>
            <a:r>
              <a:t/>
            </a:r>
          </a:p>
        </p:txBody>
      </p:sp>
      <p:sp>
        <p:nvSpPr>
          <p:cNvPr id="47" name="Текст 37"/>
          <p:cNvSpPr/>
          <p:nvPr>
            <p:ph type="body" sz="quarter" idx="21" hasCustomPrompt="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stStyle>
          <a:p>
            <a:pPr/>
            <a:r>
              <a:t>Name of subdivisions in two or three lines (10 pt)</a:t>
            </a:r>
          </a:p>
        </p:txBody>
      </p:sp>
      <p:sp>
        <p:nvSpPr>
          <p:cNvPr id="48" name="Текст 39"/>
          <p:cNvSpPr/>
          <p:nvPr>
            <p:ph type="body" sz="quarter" idx="22" hasCustomPrompt="1"/>
          </p:nvPr>
        </p:nvSpPr>
        <p:spPr>
          <a:xfrm>
            <a:off x="3459162"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49" name="Текст 39"/>
          <p:cNvSpPr/>
          <p:nvPr>
            <p:ph type="body" sz="quarter" idx="23" hasCustomPrompt="1"/>
          </p:nvPr>
        </p:nvSpPr>
        <p:spPr>
          <a:xfrm>
            <a:off x="6259891"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50"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Текст_3">
    <p:spTree>
      <p:nvGrpSpPr>
        <p:cNvPr id="1" name=""/>
        <p:cNvGrpSpPr/>
        <p:nvPr/>
      </p:nvGrpSpPr>
      <p:grpSpPr>
        <a:xfrm>
          <a:off x="0" y="0"/>
          <a:ext cx="0" cy="0"/>
          <a:chOff x="0" y="0"/>
          <a:chExt cx="0" cy="0"/>
        </a:xfrm>
      </p:grpSpPr>
      <p:pic>
        <p:nvPicPr>
          <p:cNvPr id="57" name="Picture 4" descr="Picture 4"/>
          <p:cNvPicPr>
            <a:picLocks noChangeAspect="1"/>
          </p:cNvPicPr>
          <p:nvPr/>
        </p:nvPicPr>
        <p:blipFill>
          <a:blip r:embed="rId2">
            <a:extLst/>
          </a:blip>
          <a:stretch>
            <a:fillRect/>
          </a:stretch>
        </p:blipFill>
        <p:spPr>
          <a:xfrm>
            <a:off x="517199" y="464362"/>
            <a:ext cx="448276" cy="448278"/>
          </a:xfrm>
          <a:prstGeom prst="rect">
            <a:avLst/>
          </a:prstGeom>
          <a:ln w="12700">
            <a:miter lim="400000"/>
          </a:ln>
        </p:spPr>
      </p:pic>
      <p:sp>
        <p:nvSpPr>
          <p:cNvPr id="58" name="Straight Connector 19"/>
          <p:cNvSpPr/>
          <p:nvPr/>
        </p:nvSpPr>
        <p:spPr>
          <a:xfrm>
            <a:off x="3298685" y="464362"/>
            <a:ext cx="2" cy="586262"/>
          </a:xfrm>
          <a:prstGeom prst="line">
            <a:avLst/>
          </a:prstGeom>
          <a:ln w="12700">
            <a:solidFill>
              <a:srgbClr val="102D69"/>
            </a:solidFill>
            <a:miter/>
          </a:ln>
        </p:spPr>
        <p:txBody>
          <a:bodyPr lIns="45718" tIns="45718" rIns="45718" bIns="45718"/>
          <a:lstStyle/>
          <a:p>
            <a:pPr/>
          </a:p>
        </p:txBody>
      </p:sp>
      <p:sp>
        <p:nvSpPr>
          <p:cNvPr id="59" name="Straight Connector 21"/>
          <p:cNvSpPr/>
          <p:nvPr/>
        </p:nvSpPr>
        <p:spPr>
          <a:xfrm>
            <a:off x="6099416" y="464362"/>
            <a:ext cx="2" cy="586262"/>
          </a:xfrm>
          <a:prstGeom prst="line">
            <a:avLst/>
          </a:prstGeom>
          <a:ln w="12700">
            <a:solidFill>
              <a:srgbClr val="102D69"/>
            </a:solidFill>
            <a:miter/>
          </a:ln>
        </p:spPr>
        <p:txBody>
          <a:bodyPr lIns="45718" tIns="45718" rIns="45718" bIns="45718"/>
          <a:lstStyle/>
          <a:p>
            <a:pPr/>
          </a:p>
        </p:txBody>
      </p:sp>
      <p:sp>
        <p:nvSpPr>
          <p:cNvPr id="60" name="Straight Connector 25"/>
          <p:cNvSpPr/>
          <p:nvPr/>
        </p:nvSpPr>
        <p:spPr>
          <a:xfrm>
            <a:off x="10277081" y="464362"/>
            <a:ext cx="2" cy="586262"/>
          </a:xfrm>
          <a:prstGeom prst="line">
            <a:avLst/>
          </a:prstGeom>
          <a:ln w="12700">
            <a:solidFill>
              <a:srgbClr val="102D69"/>
            </a:solidFill>
            <a:miter/>
          </a:ln>
        </p:spPr>
        <p:txBody>
          <a:bodyPr lIns="45718" tIns="45718" rIns="45718" bIns="45718"/>
          <a:lstStyle/>
          <a:p>
            <a:pPr/>
          </a:p>
        </p:txBody>
      </p:sp>
      <p:sp>
        <p:nvSpPr>
          <p:cNvPr id="61" name="Straight Connector 59"/>
          <p:cNvSpPr/>
          <p:nvPr/>
        </p:nvSpPr>
        <p:spPr>
          <a:xfrm>
            <a:off x="11643868" y="464362"/>
            <a:ext cx="2" cy="586262"/>
          </a:xfrm>
          <a:prstGeom prst="line">
            <a:avLst/>
          </a:prstGeom>
          <a:ln w="12700">
            <a:solidFill>
              <a:srgbClr val="102D69"/>
            </a:solidFill>
            <a:miter/>
          </a:ln>
        </p:spPr>
        <p:txBody>
          <a:bodyPr lIns="45718" tIns="45718" rIns="45718" bIns="45718"/>
          <a:lstStyle/>
          <a:p>
            <a:pPr/>
          </a:p>
        </p:txBody>
      </p:sp>
      <p:sp>
        <p:nvSpPr>
          <p:cNvPr id="62" name="Уровень текста 1…"/>
          <p:cNvSpPr txBox="1"/>
          <p:nvPr>
            <p:ph type="body" sz="quarter" idx="1" hasCustomPrompt="1"/>
          </p:nvPr>
        </p:nvSpPr>
        <p:spPr>
          <a:xfrm>
            <a:off x="585898" y="2379663"/>
            <a:ext cx="4322532" cy="2399373"/>
          </a:xfrm>
          <a:prstGeom prst="rect">
            <a:avLst/>
          </a:prstGeom>
        </p:spPr>
        <p:txBody>
          <a:bodyPr numCol="1" spcCol="38100"/>
          <a:lstStyle>
            <a:lvl1pPr>
              <a:spcBef>
                <a:spcPts val="1000"/>
              </a:spcBef>
            </a:lvl1pPr>
            <a:lvl2pPr>
              <a:spcBef>
                <a:spcPts val="1000"/>
              </a:spcBef>
            </a:lvl2pPr>
            <a:lvl3pPr>
              <a:spcBef>
                <a:spcPts val="1000"/>
              </a:spcBef>
            </a:lvl3pPr>
            <a:lvl4pPr>
              <a:spcBef>
                <a:spcPts val="1000"/>
              </a:spcBef>
            </a:lvl4pPr>
            <a:lvl5pPr>
              <a:spcBef>
                <a:spcPts val="1000"/>
              </a:spcBef>
            </a:lvl5pPr>
          </a:lstStyle>
          <a:p>
            <a:pPr/>
            <a:r>
              <a:t>Here I am, a regular text as seen on the right; you can take me anywhere in the same size (13 pt), so I am readable on both the screen and in print-outs of slides. Don’t increase my size if you don’t need to, since you have the full screen option at your fingertips. Here I am, a regular text as described on the right; you can take me anywhere in the same size (13 pt), so I am readable on both the screen and in print-outs of slides. Don’t increase my size if you don’t need to, since you have the full screen option at your fingertips.</a:t>
            </a:r>
          </a:p>
          <a:p>
            <a:pPr lvl="1"/>
            <a:r>
              <a:t/>
            </a:r>
          </a:p>
          <a:p>
            <a:pPr lvl="2"/>
            <a:r>
              <a:t/>
            </a:r>
          </a:p>
          <a:p>
            <a:pPr lvl="3"/>
            <a:r>
              <a:t/>
            </a:r>
          </a:p>
          <a:p>
            <a:pPr lvl="4"/>
            <a:r>
              <a:t/>
            </a:r>
          </a:p>
        </p:txBody>
      </p:sp>
      <p:sp>
        <p:nvSpPr>
          <p:cNvPr id="63" name="Текст 35"/>
          <p:cNvSpPr/>
          <p:nvPr>
            <p:ph type="body" sz="quarter" idx="21" hasCustomPrompt="1"/>
          </p:nvPr>
        </p:nvSpPr>
        <p:spPr>
          <a:xfrm>
            <a:off x="585895" y="5183249"/>
            <a:ext cx="3934349" cy="554000"/>
          </a:xfrm>
          <a:prstGeom prst="rect">
            <a:avLst/>
          </a:prstGeom>
        </p:spPr>
        <p:txBody>
          <a:bodyPr numCol="1" spcCol="38100"/>
          <a:lstStyle>
            <a:lvl1pPr>
              <a:spcBef>
                <a:spcPts val="1000"/>
              </a:spcBef>
              <a:defRPr sz="1000"/>
            </a:lvl1pPr>
          </a:lstStyle>
          <a:p>
            <a:pPr/>
            <a:r>
              <a:t>Notes, other clarifications or additional information should be presented in a smaller size (10 pt)</a:t>
            </a:r>
          </a:p>
        </p:txBody>
      </p:sp>
      <p:sp>
        <p:nvSpPr>
          <p:cNvPr id="64" name="Текст 22"/>
          <p:cNvSpPr/>
          <p:nvPr>
            <p:ph type="body" sz="half" idx="22" hasCustomPrompt="1"/>
          </p:nvPr>
        </p:nvSpPr>
        <p:spPr>
          <a:xfrm>
            <a:off x="6259891" y="2379663"/>
            <a:ext cx="5383970" cy="3451796"/>
          </a:xfrm>
          <a:prstGeom prst="rect">
            <a:avLst/>
          </a:prstGeom>
        </p:spPr>
        <p:txBody>
          <a:bodyPr numCol="1" spcCol="38100"/>
          <a:lstStyle>
            <a:lvl1pPr>
              <a:lnSpc>
                <a:spcPct val="90000"/>
              </a:lnSpc>
              <a:spcBef>
                <a:spcPts val="1000"/>
              </a:spcBef>
              <a:defRPr sz="3200">
                <a:solidFill>
                  <a:srgbClr val="102D69"/>
                </a:solidFill>
              </a:defRPr>
            </a:lvl1pPr>
          </a:lstStyle>
          <a:p>
            <a:pPr/>
            <a:r>
              <a:t>Short phrase with important information can have a larger font size than normal, but we don’t recommend doing this often.</a:t>
            </a:r>
          </a:p>
        </p:txBody>
      </p:sp>
      <p:sp>
        <p:nvSpPr>
          <p:cNvPr id="65" name="Headline may have two or three lines (24 pt)"/>
          <p:cNvSpPr txBox="1"/>
          <p:nvPr>
            <p:ph type="title" hasCustomPrompt="1"/>
          </p:nvPr>
        </p:nvSpPr>
        <p:spPr>
          <a:prstGeom prst="rect">
            <a:avLst/>
          </a:prstGeom>
        </p:spPr>
        <p:txBody>
          <a:bodyPr/>
          <a:lstStyle/>
          <a:p>
            <a:pPr/>
            <a:r>
              <a:t>Headline may have two or three lines (24 pt)</a:t>
            </a:r>
          </a:p>
        </p:txBody>
      </p:sp>
      <p:sp>
        <p:nvSpPr>
          <p:cNvPr id="66" name="Текст 37"/>
          <p:cNvSpPr/>
          <p:nvPr>
            <p:ph type="body" sz="quarter" idx="23" hasCustomPrompt="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stStyle>
          <a:p>
            <a:pPr/>
            <a:r>
              <a:t>Name of subdivisions in two or three lines (10 pt)</a:t>
            </a:r>
          </a:p>
        </p:txBody>
      </p:sp>
      <p:sp>
        <p:nvSpPr>
          <p:cNvPr id="67" name="Текст 39"/>
          <p:cNvSpPr/>
          <p:nvPr>
            <p:ph type="body" sz="quarter" idx="24" hasCustomPrompt="1"/>
          </p:nvPr>
        </p:nvSpPr>
        <p:spPr>
          <a:xfrm>
            <a:off x="3459162"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68" name="Текст 39"/>
          <p:cNvSpPr/>
          <p:nvPr>
            <p:ph type="body" sz="quarter" idx="25" hasCustomPrompt="1"/>
          </p:nvPr>
        </p:nvSpPr>
        <p:spPr>
          <a:xfrm>
            <a:off x="6259891"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69"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График_1">
    <p:spTree>
      <p:nvGrpSpPr>
        <p:cNvPr id="1" name=""/>
        <p:cNvGrpSpPr/>
        <p:nvPr/>
      </p:nvGrpSpPr>
      <p:grpSpPr>
        <a:xfrm>
          <a:off x="0" y="0"/>
          <a:ext cx="0" cy="0"/>
          <a:chOff x="0" y="0"/>
          <a:chExt cx="0" cy="0"/>
        </a:xfrm>
      </p:grpSpPr>
      <p:pic>
        <p:nvPicPr>
          <p:cNvPr id="76" name="Picture 4" descr="Picture 4"/>
          <p:cNvPicPr>
            <a:picLocks noChangeAspect="1"/>
          </p:cNvPicPr>
          <p:nvPr/>
        </p:nvPicPr>
        <p:blipFill>
          <a:blip r:embed="rId2">
            <a:extLst/>
          </a:blip>
          <a:stretch>
            <a:fillRect/>
          </a:stretch>
        </p:blipFill>
        <p:spPr>
          <a:xfrm>
            <a:off x="517199" y="464362"/>
            <a:ext cx="448276" cy="448278"/>
          </a:xfrm>
          <a:prstGeom prst="rect">
            <a:avLst/>
          </a:prstGeom>
          <a:ln w="12700">
            <a:miter lim="400000"/>
          </a:ln>
        </p:spPr>
      </p:pic>
      <p:sp>
        <p:nvSpPr>
          <p:cNvPr id="77" name="Straight Connector 19"/>
          <p:cNvSpPr/>
          <p:nvPr/>
        </p:nvSpPr>
        <p:spPr>
          <a:xfrm>
            <a:off x="3298685" y="464362"/>
            <a:ext cx="2" cy="586262"/>
          </a:xfrm>
          <a:prstGeom prst="line">
            <a:avLst/>
          </a:prstGeom>
          <a:ln w="12700">
            <a:solidFill>
              <a:srgbClr val="102D69"/>
            </a:solidFill>
            <a:miter/>
          </a:ln>
        </p:spPr>
        <p:txBody>
          <a:bodyPr lIns="45718" tIns="45718" rIns="45718" bIns="45718"/>
          <a:lstStyle/>
          <a:p>
            <a:pPr/>
          </a:p>
        </p:txBody>
      </p:sp>
      <p:sp>
        <p:nvSpPr>
          <p:cNvPr id="78" name="Straight Connector 21"/>
          <p:cNvSpPr/>
          <p:nvPr/>
        </p:nvSpPr>
        <p:spPr>
          <a:xfrm>
            <a:off x="6099416" y="464362"/>
            <a:ext cx="2" cy="586262"/>
          </a:xfrm>
          <a:prstGeom prst="line">
            <a:avLst/>
          </a:prstGeom>
          <a:ln w="12700">
            <a:solidFill>
              <a:srgbClr val="102D69"/>
            </a:solidFill>
            <a:miter/>
          </a:ln>
        </p:spPr>
        <p:txBody>
          <a:bodyPr lIns="45718" tIns="45718" rIns="45718" bIns="45718"/>
          <a:lstStyle/>
          <a:p>
            <a:pPr/>
          </a:p>
        </p:txBody>
      </p:sp>
      <p:sp>
        <p:nvSpPr>
          <p:cNvPr id="79" name="Straight Connector 25"/>
          <p:cNvSpPr/>
          <p:nvPr/>
        </p:nvSpPr>
        <p:spPr>
          <a:xfrm>
            <a:off x="10277081" y="464362"/>
            <a:ext cx="2" cy="586262"/>
          </a:xfrm>
          <a:prstGeom prst="line">
            <a:avLst/>
          </a:prstGeom>
          <a:ln w="12700">
            <a:solidFill>
              <a:srgbClr val="102D69"/>
            </a:solidFill>
            <a:miter/>
          </a:ln>
        </p:spPr>
        <p:txBody>
          <a:bodyPr lIns="45718" tIns="45718" rIns="45718" bIns="45718"/>
          <a:lstStyle/>
          <a:p>
            <a:pPr/>
          </a:p>
        </p:txBody>
      </p:sp>
      <p:sp>
        <p:nvSpPr>
          <p:cNvPr id="80" name="Straight Connector 59"/>
          <p:cNvSpPr/>
          <p:nvPr/>
        </p:nvSpPr>
        <p:spPr>
          <a:xfrm>
            <a:off x="11643868" y="464362"/>
            <a:ext cx="2" cy="586262"/>
          </a:xfrm>
          <a:prstGeom prst="line">
            <a:avLst/>
          </a:prstGeom>
          <a:ln w="12700">
            <a:solidFill>
              <a:srgbClr val="102D69"/>
            </a:solidFill>
            <a:miter/>
          </a:ln>
        </p:spPr>
        <p:txBody>
          <a:bodyPr lIns="45718" tIns="45718" rIns="45718" bIns="45718"/>
          <a:lstStyle/>
          <a:p>
            <a:pPr/>
          </a:p>
        </p:txBody>
      </p:sp>
      <p:sp>
        <p:nvSpPr>
          <p:cNvPr id="81" name="Headline may have two or three lines (24 pt)"/>
          <p:cNvSpPr txBox="1"/>
          <p:nvPr>
            <p:ph type="title" hasCustomPrompt="1"/>
          </p:nvPr>
        </p:nvSpPr>
        <p:spPr>
          <a:xfrm>
            <a:off x="585899" y="1447790"/>
            <a:ext cx="4322530" cy="777027"/>
          </a:xfrm>
          <a:prstGeom prst="rect">
            <a:avLst/>
          </a:prstGeom>
        </p:spPr>
        <p:txBody>
          <a:bodyPr/>
          <a:lstStyle/>
          <a:p>
            <a:pPr/>
            <a:r>
              <a:t>Headline may have two or three lines (24 pt)</a:t>
            </a:r>
          </a:p>
        </p:txBody>
      </p:sp>
      <p:sp>
        <p:nvSpPr>
          <p:cNvPr id="82" name="Уровень текста 1…"/>
          <p:cNvSpPr txBox="1"/>
          <p:nvPr>
            <p:ph type="body" sz="quarter" idx="1" hasCustomPrompt="1"/>
          </p:nvPr>
        </p:nvSpPr>
        <p:spPr>
          <a:xfrm>
            <a:off x="585898" y="2379663"/>
            <a:ext cx="4322532" cy="2399373"/>
          </a:xfrm>
          <a:prstGeom prst="rect">
            <a:avLst/>
          </a:prstGeom>
        </p:spPr>
        <p:txBody>
          <a:bodyPr numCol="1" spcCol="38100"/>
          <a:lstStyle>
            <a:lvl1pPr>
              <a:spcBef>
                <a:spcPts val="1000"/>
              </a:spcBef>
            </a:lvl1pPr>
            <a:lvl2pPr>
              <a:spcBef>
                <a:spcPts val="1000"/>
              </a:spcBef>
            </a:lvl2pPr>
            <a:lvl3pPr>
              <a:spcBef>
                <a:spcPts val="1000"/>
              </a:spcBef>
            </a:lvl3pPr>
            <a:lvl4pPr>
              <a:spcBef>
                <a:spcPts val="1000"/>
              </a:spcBef>
            </a:lvl4pPr>
            <a:lvl5pPr>
              <a:spcBef>
                <a:spcPts val="1000"/>
              </a:spcBef>
            </a:lvl5pPr>
          </a:lstStyle>
          <a:p>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lvl="1"/>
            <a:r>
              <a:t/>
            </a:r>
          </a:p>
          <a:p>
            <a:pPr lvl="2"/>
            <a:r>
              <a:t/>
            </a:r>
          </a:p>
          <a:p>
            <a:pPr lvl="3"/>
            <a:r>
              <a:t/>
            </a:r>
          </a:p>
          <a:p>
            <a:pPr lvl="4"/>
            <a:r>
              <a:t/>
            </a:r>
          </a:p>
        </p:txBody>
      </p:sp>
      <p:sp>
        <p:nvSpPr>
          <p:cNvPr id="83" name="Текст 35"/>
          <p:cNvSpPr/>
          <p:nvPr>
            <p:ph type="body" sz="quarter" idx="21" hasCustomPrompt="1"/>
          </p:nvPr>
        </p:nvSpPr>
        <p:spPr>
          <a:xfrm>
            <a:off x="585895" y="5183249"/>
            <a:ext cx="3934349" cy="554000"/>
          </a:xfrm>
          <a:prstGeom prst="rect">
            <a:avLst/>
          </a:prstGeom>
        </p:spPr>
        <p:txBody>
          <a:bodyPr numCol="1" spcCol="38100"/>
          <a:lstStyle>
            <a:lvl1pPr>
              <a:spcBef>
                <a:spcPts val="1000"/>
              </a:spcBef>
              <a:defRPr sz="1000"/>
            </a:lvl1pPr>
          </a:lstStyle>
          <a:p>
            <a:pPr/>
            <a:r>
              <a:t>Notes, other clarifications or additional information should be presented in a smaller size (10 pt)</a:t>
            </a:r>
          </a:p>
        </p:txBody>
      </p:sp>
      <p:sp>
        <p:nvSpPr>
          <p:cNvPr id="84" name="Текст 37"/>
          <p:cNvSpPr/>
          <p:nvPr>
            <p:ph type="body" sz="quarter" idx="22" hasCustomPrompt="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stStyle>
          <a:p>
            <a:pPr/>
            <a:r>
              <a:t>Name of subdivisions in two or three lines (10 pt)</a:t>
            </a:r>
          </a:p>
        </p:txBody>
      </p:sp>
      <p:sp>
        <p:nvSpPr>
          <p:cNvPr id="85" name="Текст 39"/>
          <p:cNvSpPr/>
          <p:nvPr>
            <p:ph type="body" sz="quarter" idx="23" hasCustomPrompt="1"/>
          </p:nvPr>
        </p:nvSpPr>
        <p:spPr>
          <a:xfrm>
            <a:off x="3459162"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86" name="Текст 39"/>
          <p:cNvSpPr/>
          <p:nvPr>
            <p:ph type="body" sz="quarter" idx="24" hasCustomPrompt="1"/>
          </p:nvPr>
        </p:nvSpPr>
        <p:spPr>
          <a:xfrm>
            <a:off x="6259891"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87"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График_2">
    <p:spTree>
      <p:nvGrpSpPr>
        <p:cNvPr id="1" name=""/>
        <p:cNvGrpSpPr/>
        <p:nvPr/>
      </p:nvGrpSpPr>
      <p:grpSpPr>
        <a:xfrm>
          <a:off x="0" y="0"/>
          <a:ext cx="0" cy="0"/>
          <a:chOff x="0" y="0"/>
          <a:chExt cx="0" cy="0"/>
        </a:xfrm>
      </p:grpSpPr>
      <p:pic>
        <p:nvPicPr>
          <p:cNvPr id="94" name="Picture 4" descr="Picture 4"/>
          <p:cNvPicPr>
            <a:picLocks noChangeAspect="1"/>
          </p:cNvPicPr>
          <p:nvPr/>
        </p:nvPicPr>
        <p:blipFill>
          <a:blip r:embed="rId2">
            <a:extLst/>
          </a:blip>
          <a:stretch>
            <a:fillRect/>
          </a:stretch>
        </p:blipFill>
        <p:spPr>
          <a:xfrm>
            <a:off x="517199" y="464362"/>
            <a:ext cx="448276" cy="448278"/>
          </a:xfrm>
          <a:prstGeom prst="rect">
            <a:avLst/>
          </a:prstGeom>
          <a:ln w="12700">
            <a:miter lim="400000"/>
          </a:ln>
        </p:spPr>
      </p:pic>
      <p:sp>
        <p:nvSpPr>
          <p:cNvPr id="95" name="Straight Connector 19"/>
          <p:cNvSpPr/>
          <p:nvPr/>
        </p:nvSpPr>
        <p:spPr>
          <a:xfrm>
            <a:off x="3298685" y="464362"/>
            <a:ext cx="2" cy="586262"/>
          </a:xfrm>
          <a:prstGeom prst="line">
            <a:avLst/>
          </a:prstGeom>
          <a:ln w="12700">
            <a:solidFill>
              <a:srgbClr val="102D69"/>
            </a:solidFill>
            <a:miter/>
          </a:ln>
        </p:spPr>
        <p:txBody>
          <a:bodyPr lIns="45718" tIns="45718" rIns="45718" bIns="45718"/>
          <a:lstStyle/>
          <a:p>
            <a:pPr/>
          </a:p>
        </p:txBody>
      </p:sp>
      <p:sp>
        <p:nvSpPr>
          <p:cNvPr id="96" name="Straight Connector 21"/>
          <p:cNvSpPr/>
          <p:nvPr/>
        </p:nvSpPr>
        <p:spPr>
          <a:xfrm>
            <a:off x="6099416" y="464362"/>
            <a:ext cx="2" cy="586262"/>
          </a:xfrm>
          <a:prstGeom prst="line">
            <a:avLst/>
          </a:prstGeom>
          <a:ln w="12700">
            <a:solidFill>
              <a:srgbClr val="102D69"/>
            </a:solidFill>
            <a:miter/>
          </a:ln>
        </p:spPr>
        <p:txBody>
          <a:bodyPr lIns="45718" tIns="45718" rIns="45718" bIns="45718"/>
          <a:lstStyle/>
          <a:p>
            <a:pPr/>
          </a:p>
        </p:txBody>
      </p:sp>
      <p:sp>
        <p:nvSpPr>
          <p:cNvPr id="97" name="Straight Connector 25"/>
          <p:cNvSpPr/>
          <p:nvPr/>
        </p:nvSpPr>
        <p:spPr>
          <a:xfrm>
            <a:off x="10277081" y="464362"/>
            <a:ext cx="2" cy="586262"/>
          </a:xfrm>
          <a:prstGeom prst="line">
            <a:avLst/>
          </a:prstGeom>
          <a:ln w="12700">
            <a:solidFill>
              <a:srgbClr val="102D69"/>
            </a:solidFill>
            <a:miter/>
          </a:ln>
        </p:spPr>
        <p:txBody>
          <a:bodyPr lIns="45718" tIns="45718" rIns="45718" bIns="45718"/>
          <a:lstStyle/>
          <a:p>
            <a:pPr/>
          </a:p>
        </p:txBody>
      </p:sp>
      <p:sp>
        <p:nvSpPr>
          <p:cNvPr id="98" name="Straight Connector 59"/>
          <p:cNvSpPr/>
          <p:nvPr/>
        </p:nvSpPr>
        <p:spPr>
          <a:xfrm>
            <a:off x="11643868" y="464362"/>
            <a:ext cx="2" cy="586262"/>
          </a:xfrm>
          <a:prstGeom prst="line">
            <a:avLst/>
          </a:prstGeom>
          <a:ln w="12700">
            <a:solidFill>
              <a:srgbClr val="102D69"/>
            </a:solidFill>
            <a:miter/>
          </a:ln>
        </p:spPr>
        <p:txBody>
          <a:bodyPr lIns="45718" tIns="45718" rIns="45718" bIns="45718"/>
          <a:lstStyle/>
          <a:p>
            <a:pPr/>
          </a:p>
        </p:txBody>
      </p:sp>
      <p:sp>
        <p:nvSpPr>
          <p:cNvPr id="99" name="Уровень текста 1…"/>
          <p:cNvSpPr txBox="1"/>
          <p:nvPr>
            <p:ph type="body" sz="quarter" idx="1" hasCustomPrompt="1"/>
          </p:nvPr>
        </p:nvSpPr>
        <p:spPr>
          <a:xfrm>
            <a:off x="585896" y="5183249"/>
            <a:ext cx="3934348" cy="554000"/>
          </a:xfrm>
          <a:prstGeom prst="rect">
            <a:avLst/>
          </a:prstGeom>
        </p:spPr>
        <p:txBody>
          <a:bodyPr numCol="1" spcCol="38100"/>
          <a:lstStyle>
            <a:lvl1pPr>
              <a:spcBef>
                <a:spcPts val="1000"/>
              </a:spcBef>
              <a:defRPr sz="1000"/>
            </a:lvl1pPr>
            <a:lvl2pPr>
              <a:spcBef>
                <a:spcPts val="1000"/>
              </a:spcBef>
              <a:defRPr sz="1000"/>
            </a:lvl2pPr>
            <a:lvl3pPr>
              <a:spcBef>
                <a:spcPts val="1000"/>
              </a:spcBef>
              <a:defRPr sz="1000"/>
            </a:lvl3pPr>
            <a:lvl4pPr>
              <a:spcBef>
                <a:spcPts val="1000"/>
              </a:spcBef>
              <a:defRPr sz="1000"/>
            </a:lvl4pPr>
            <a:lvl5pPr>
              <a:spcBef>
                <a:spcPts val="1000"/>
              </a:spcBef>
              <a:defRPr sz="1000"/>
            </a:lvl5pPr>
          </a:lstStyle>
          <a:p>
            <a:pPr/>
            <a:r>
              <a:t>Примечания, или любая другая пояснительная или дополнительная информация набираются шрифтом размером 10 pt</a:t>
            </a:r>
          </a:p>
          <a:p>
            <a:pPr lvl="1"/>
            <a:r>
              <a:t/>
            </a:r>
          </a:p>
          <a:p>
            <a:pPr lvl="2"/>
            <a:r>
              <a:t/>
            </a:r>
          </a:p>
          <a:p>
            <a:pPr lvl="3"/>
            <a:r>
              <a:t/>
            </a:r>
          </a:p>
          <a:p>
            <a:pPr lvl="4"/>
            <a:r>
              <a:t/>
            </a:r>
          </a:p>
        </p:txBody>
      </p:sp>
      <p:sp>
        <p:nvSpPr>
          <p:cNvPr id="100" name="Текст 22"/>
          <p:cNvSpPr/>
          <p:nvPr>
            <p:ph type="body" sz="quarter" idx="21" hasCustomPrompt="1"/>
          </p:nvPr>
        </p:nvSpPr>
        <p:spPr>
          <a:xfrm>
            <a:off x="585786" y="1447064"/>
            <a:ext cx="4322766" cy="703205"/>
          </a:xfrm>
          <a:prstGeom prst="rect">
            <a:avLst/>
          </a:prstGeom>
        </p:spPr>
        <p:txBody>
          <a:bodyPr lIns="45718" tIns="45718" rIns="45718" bIns="45718" numCol="1" spcCol="38100"/>
          <a:lstStyle>
            <a:lvl1pPr>
              <a:lnSpc>
                <a:spcPct val="90000"/>
              </a:lnSpc>
              <a:spcBef>
                <a:spcPts val="1000"/>
              </a:spcBef>
              <a:defRPr sz="1600">
                <a:solidFill>
                  <a:srgbClr val="102D69"/>
                </a:solidFill>
              </a:defRPr>
            </a:lvl1pPr>
          </a:lstStyle>
          <a:p>
            <a:pPr/>
            <a:r>
              <a:t>Name of graph. Please note that table titles should be smaller than headlines (16 pt)</a:t>
            </a:r>
          </a:p>
        </p:txBody>
      </p:sp>
      <p:sp>
        <p:nvSpPr>
          <p:cNvPr id="101" name="Текст 35"/>
          <p:cNvSpPr/>
          <p:nvPr>
            <p:ph type="body" sz="quarter" idx="22" hasCustomPrompt="1"/>
          </p:nvPr>
        </p:nvSpPr>
        <p:spPr>
          <a:xfrm>
            <a:off x="585896" y="2379663"/>
            <a:ext cx="4322535" cy="2399373"/>
          </a:xfrm>
          <a:prstGeom prst="rect">
            <a:avLst/>
          </a:prstGeom>
        </p:spPr>
        <p:txBody>
          <a:bodyPr numCol="1" spcCol="38100"/>
          <a:lstStyle>
            <a:lvl1pPr>
              <a:spcBef>
                <a:spcPts val="1000"/>
              </a:spcBef>
            </a:lvl1pPr>
          </a:lstStyle>
          <a:p>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102" name="Текст 37"/>
          <p:cNvSpPr/>
          <p:nvPr>
            <p:ph type="body" sz="quarter" idx="23" hasCustomPrompt="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stStyle>
          <a:p>
            <a:pPr/>
            <a:r>
              <a:t>Name of subdivisions in two or three lines (10 pt)</a:t>
            </a:r>
          </a:p>
        </p:txBody>
      </p:sp>
      <p:sp>
        <p:nvSpPr>
          <p:cNvPr id="103" name="Текст 39"/>
          <p:cNvSpPr/>
          <p:nvPr>
            <p:ph type="body" sz="quarter" idx="24" hasCustomPrompt="1"/>
          </p:nvPr>
        </p:nvSpPr>
        <p:spPr>
          <a:xfrm>
            <a:off x="3459162"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104" name="Текст 39"/>
          <p:cNvSpPr/>
          <p:nvPr>
            <p:ph type="body" sz="quarter" idx="25" hasCustomPrompt="1"/>
          </p:nvPr>
        </p:nvSpPr>
        <p:spPr>
          <a:xfrm>
            <a:off x="6259891"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105"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Цифры">
    <p:spTree>
      <p:nvGrpSpPr>
        <p:cNvPr id="1" name=""/>
        <p:cNvGrpSpPr/>
        <p:nvPr/>
      </p:nvGrpSpPr>
      <p:grpSpPr>
        <a:xfrm>
          <a:off x="0" y="0"/>
          <a:ext cx="0" cy="0"/>
          <a:chOff x="0" y="0"/>
          <a:chExt cx="0" cy="0"/>
        </a:xfrm>
      </p:grpSpPr>
      <p:pic>
        <p:nvPicPr>
          <p:cNvPr id="112" name="Picture 4" descr="Picture 4"/>
          <p:cNvPicPr>
            <a:picLocks noChangeAspect="1"/>
          </p:cNvPicPr>
          <p:nvPr/>
        </p:nvPicPr>
        <p:blipFill>
          <a:blip r:embed="rId2">
            <a:extLst/>
          </a:blip>
          <a:stretch>
            <a:fillRect/>
          </a:stretch>
        </p:blipFill>
        <p:spPr>
          <a:xfrm>
            <a:off x="517199" y="464362"/>
            <a:ext cx="448276" cy="448278"/>
          </a:xfrm>
          <a:prstGeom prst="rect">
            <a:avLst/>
          </a:prstGeom>
          <a:ln w="12700">
            <a:miter lim="400000"/>
          </a:ln>
        </p:spPr>
      </p:pic>
      <p:sp>
        <p:nvSpPr>
          <p:cNvPr id="113" name="Straight Connector 19"/>
          <p:cNvSpPr/>
          <p:nvPr/>
        </p:nvSpPr>
        <p:spPr>
          <a:xfrm>
            <a:off x="3298685" y="464362"/>
            <a:ext cx="2" cy="586262"/>
          </a:xfrm>
          <a:prstGeom prst="line">
            <a:avLst/>
          </a:prstGeom>
          <a:ln w="12700">
            <a:solidFill>
              <a:srgbClr val="102D69"/>
            </a:solidFill>
            <a:miter/>
          </a:ln>
        </p:spPr>
        <p:txBody>
          <a:bodyPr lIns="45718" tIns="45718" rIns="45718" bIns="45718"/>
          <a:lstStyle/>
          <a:p>
            <a:pPr/>
          </a:p>
        </p:txBody>
      </p:sp>
      <p:sp>
        <p:nvSpPr>
          <p:cNvPr id="114" name="Straight Connector 21"/>
          <p:cNvSpPr/>
          <p:nvPr/>
        </p:nvSpPr>
        <p:spPr>
          <a:xfrm>
            <a:off x="6099416" y="464362"/>
            <a:ext cx="2" cy="586262"/>
          </a:xfrm>
          <a:prstGeom prst="line">
            <a:avLst/>
          </a:prstGeom>
          <a:ln w="12700">
            <a:solidFill>
              <a:srgbClr val="102D69"/>
            </a:solidFill>
            <a:miter/>
          </a:ln>
        </p:spPr>
        <p:txBody>
          <a:bodyPr lIns="45718" tIns="45718" rIns="45718" bIns="45718"/>
          <a:lstStyle/>
          <a:p>
            <a:pPr/>
          </a:p>
        </p:txBody>
      </p:sp>
      <p:sp>
        <p:nvSpPr>
          <p:cNvPr id="115" name="Straight Connector 25"/>
          <p:cNvSpPr/>
          <p:nvPr/>
        </p:nvSpPr>
        <p:spPr>
          <a:xfrm>
            <a:off x="10277081" y="464362"/>
            <a:ext cx="2" cy="586262"/>
          </a:xfrm>
          <a:prstGeom prst="line">
            <a:avLst/>
          </a:prstGeom>
          <a:ln w="12700">
            <a:solidFill>
              <a:srgbClr val="102D69"/>
            </a:solidFill>
            <a:miter/>
          </a:ln>
        </p:spPr>
        <p:txBody>
          <a:bodyPr lIns="45718" tIns="45718" rIns="45718" bIns="45718"/>
          <a:lstStyle/>
          <a:p>
            <a:pPr/>
          </a:p>
        </p:txBody>
      </p:sp>
      <p:sp>
        <p:nvSpPr>
          <p:cNvPr id="116" name="Straight Connector 59"/>
          <p:cNvSpPr/>
          <p:nvPr/>
        </p:nvSpPr>
        <p:spPr>
          <a:xfrm>
            <a:off x="11643868" y="464362"/>
            <a:ext cx="2" cy="586262"/>
          </a:xfrm>
          <a:prstGeom prst="line">
            <a:avLst/>
          </a:prstGeom>
          <a:ln w="12700">
            <a:solidFill>
              <a:srgbClr val="102D69"/>
            </a:solidFill>
            <a:miter/>
          </a:ln>
        </p:spPr>
        <p:txBody>
          <a:bodyPr lIns="45718" tIns="45718" rIns="45718" bIns="45718"/>
          <a:lstStyle/>
          <a:p>
            <a:pPr/>
          </a:p>
        </p:txBody>
      </p:sp>
      <p:sp>
        <p:nvSpPr>
          <p:cNvPr id="117" name="Headline may have two or three lines (24 pt)"/>
          <p:cNvSpPr txBox="1"/>
          <p:nvPr>
            <p:ph type="title" hasCustomPrompt="1"/>
          </p:nvPr>
        </p:nvSpPr>
        <p:spPr>
          <a:prstGeom prst="rect">
            <a:avLst/>
          </a:prstGeom>
        </p:spPr>
        <p:txBody>
          <a:bodyPr/>
          <a:lstStyle/>
          <a:p>
            <a:pPr/>
            <a:r>
              <a:t>Headline may have two or three lines (24 pt)</a:t>
            </a:r>
          </a:p>
        </p:txBody>
      </p:sp>
      <p:sp>
        <p:nvSpPr>
          <p:cNvPr id="118" name="Уровень текста 1…"/>
          <p:cNvSpPr txBox="1"/>
          <p:nvPr>
            <p:ph type="body" sz="quarter" idx="1" hasCustomPrompt="1"/>
          </p:nvPr>
        </p:nvSpPr>
        <p:spPr>
          <a:xfrm>
            <a:off x="575075" y="4103994"/>
            <a:ext cx="2758146" cy="1569663"/>
          </a:xfrm>
          <a:prstGeom prst="rect">
            <a:avLst/>
          </a:prstGeom>
        </p:spPr>
        <p:txBody>
          <a:bodyPr numCol="1" spcCol="38100"/>
          <a:lstStyle>
            <a:lvl1pPr>
              <a:spcBef>
                <a:spcPts val="1000"/>
              </a:spcBef>
            </a:lvl1pPr>
            <a:lvl2pPr>
              <a:spcBef>
                <a:spcPts val="1000"/>
              </a:spcBef>
            </a:lvl2pPr>
            <a:lvl3pPr>
              <a:spcBef>
                <a:spcPts val="1000"/>
              </a:spcBef>
            </a:lvl3pPr>
            <a:lvl4pPr>
              <a:spcBef>
                <a:spcPts val="1000"/>
              </a:spcBef>
            </a:lvl4pPr>
            <a:lvl5pPr>
              <a:spcBef>
                <a:spcPts val="1000"/>
              </a:spcBef>
            </a:lvl5pPr>
          </a:lstStyle>
          <a:p>
            <a:pPr/>
            <a:r>
              <a:t>If you don’t have too much data, don’t worry. Provide several large figures with concise information explaining the figures. This can help you to present your data correctly and with some style.</a:t>
            </a:r>
          </a:p>
          <a:p>
            <a:pPr lvl="1"/>
            <a:r>
              <a:t/>
            </a:r>
          </a:p>
          <a:p>
            <a:pPr lvl="2"/>
            <a:r>
              <a:t/>
            </a:r>
          </a:p>
          <a:p>
            <a:pPr lvl="3"/>
            <a:r>
              <a:t/>
            </a:r>
          </a:p>
          <a:p>
            <a:pPr lvl="4"/>
            <a:r>
              <a:t/>
            </a:r>
          </a:p>
        </p:txBody>
      </p:sp>
      <p:sp>
        <p:nvSpPr>
          <p:cNvPr id="119" name="Текст 35"/>
          <p:cNvSpPr/>
          <p:nvPr>
            <p:ph type="body" sz="quarter" idx="21" hasCustomPrompt="1"/>
          </p:nvPr>
        </p:nvSpPr>
        <p:spPr>
          <a:xfrm>
            <a:off x="4047006" y="4103994"/>
            <a:ext cx="2757614" cy="1569663"/>
          </a:xfrm>
          <a:prstGeom prst="rect">
            <a:avLst/>
          </a:prstGeom>
        </p:spPr>
        <p:txBody>
          <a:bodyPr numCol="1" spcCol="38100"/>
          <a:lstStyle>
            <a:lvl1pPr>
              <a:spcBef>
                <a:spcPts val="1000"/>
              </a:spcBef>
            </a:lvl1pPr>
          </a:lstStyle>
          <a:p>
            <a:pPr/>
            <a:r>
              <a:t>If you don’t have too much data, don’t worry. Provide several large figures with concise information explaining the figures. This can help you to present your data correctly and with some style.</a:t>
            </a:r>
          </a:p>
        </p:txBody>
      </p:sp>
      <p:sp>
        <p:nvSpPr>
          <p:cNvPr id="120" name="Текст 35"/>
          <p:cNvSpPr/>
          <p:nvPr>
            <p:ph type="body" sz="quarter" idx="22" hasCustomPrompt="1"/>
          </p:nvPr>
        </p:nvSpPr>
        <p:spPr>
          <a:xfrm>
            <a:off x="7518938" y="4103994"/>
            <a:ext cx="2757612" cy="1569663"/>
          </a:xfrm>
          <a:prstGeom prst="rect">
            <a:avLst/>
          </a:prstGeom>
        </p:spPr>
        <p:txBody>
          <a:bodyPr numCol="1" spcCol="38100"/>
          <a:lstStyle>
            <a:lvl1pPr>
              <a:spcBef>
                <a:spcPts val="1000"/>
              </a:spcBef>
            </a:lvl1pPr>
          </a:lstStyle>
          <a:p>
            <a:pPr/>
            <a:r>
              <a:t>If you don’t have too much data, don’t worry. Provide several large figures with concise information explaining the figures. This can help you to present your data correctly and with some style.</a:t>
            </a:r>
          </a:p>
        </p:txBody>
      </p:sp>
      <p:sp>
        <p:nvSpPr>
          <p:cNvPr id="121" name="Текст 27"/>
          <p:cNvSpPr/>
          <p:nvPr>
            <p:ph type="body" sz="quarter" idx="23" hasCustomPrompt="1"/>
          </p:nvPr>
        </p:nvSpPr>
        <p:spPr>
          <a:xfrm>
            <a:off x="575075" y="2710235"/>
            <a:ext cx="2758146" cy="1164116"/>
          </a:xfrm>
          <a:prstGeom prst="rect">
            <a:avLst/>
          </a:prstGeom>
        </p:spPr>
        <p:txBody>
          <a:bodyPr numCol="1" spcCol="38100"/>
          <a:lstStyle>
            <a:lvl1pPr defTabSz="731519">
              <a:lnSpc>
                <a:spcPct val="90000"/>
              </a:lnSpc>
              <a:spcBef>
                <a:spcPts val="800"/>
              </a:spcBef>
              <a:defRPr sz="7600">
                <a:solidFill>
                  <a:srgbClr val="102D69"/>
                </a:solidFill>
              </a:defRPr>
            </a:lvl1pPr>
          </a:lstStyle>
          <a:p>
            <a:pPr/>
            <a:r>
              <a:t>152</a:t>
            </a:r>
          </a:p>
        </p:txBody>
      </p:sp>
      <p:sp>
        <p:nvSpPr>
          <p:cNvPr id="122" name="Текст 27"/>
          <p:cNvSpPr/>
          <p:nvPr>
            <p:ph type="body" sz="quarter" idx="24" hasCustomPrompt="1"/>
          </p:nvPr>
        </p:nvSpPr>
        <p:spPr>
          <a:xfrm>
            <a:off x="4047006" y="2710235"/>
            <a:ext cx="2758145" cy="1164116"/>
          </a:xfrm>
          <a:prstGeom prst="rect">
            <a:avLst/>
          </a:prstGeom>
        </p:spPr>
        <p:txBody>
          <a:bodyPr numCol="1" spcCol="38100"/>
          <a:lstStyle>
            <a:lvl1pPr defTabSz="731519">
              <a:lnSpc>
                <a:spcPct val="90000"/>
              </a:lnSpc>
              <a:spcBef>
                <a:spcPts val="800"/>
              </a:spcBef>
              <a:defRPr sz="7600">
                <a:solidFill>
                  <a:srgbClr val="102D69"/>
                </a:solidFill>
              </a:defRPr>
            </a:lvl1pPr>
          </a:lstStyle>
          <a:p>
            <a:pPr/>
            <a:r>
              <a:t>95</a:t>
            </a:r>
          </a:p>
        </p:txBody>
      </p:sp>
      <p:sp>
        <p:nvSpPr>
          <p:cNvPr id="123" name="Текст 27"/>
          <p:cNvSpPr/>
          <p:nvPr>
            <p:ph type="body" sz="quarter" idx="25" hasCustomPrompt="1"/>
          </p:nvPr>
        </p:nvSpPr>
        <p:spPr>
          <a:xfrm>
            <a:off x="7518937" y="2710235"/>
            <a:ext cx="2758145" cy="1164116"/>
          </a:xfrm>
          <a:prstGeom prst="rect">
            <a:avLst/>
          </a:prstGeom>
        </p:spPr>
        <p:txBody>
          <a:bodyPr numCol="1" spcCol="38100"/>
          <a:lstStyle>
            <a:lvl1pPr defTabSz="731519">
              <a:lnSpc>
                <a:spcPct val="90000"/>
              </a:lnSpc>
              <a:spcBef>
                <a:spcPts val="800"/>
              </a:spcBef>
              <a:defRPr sz="7600">
                <a:solidFill>
                  <a:srgbClr val="102D69"/>
                </a:solidFill>
              </a:defRPr>
            </a:lvl1pPr>
          </a:lstStyle>
          <a:p>
            <a:pPr/>
            <a:r>
              <a:t>284</a:t>
            </a:r>
          </a:p>
        </p:txBody>
      </p:sp>
      <p:sp>
        <p:nvSpPr>
          <p:cNvPr id="124" name="Текст 37"/>
          <p:cNvSpPr/>
          <p:nvPr>
            <p:ph type="body" sz="quarter" idx="26" hasCustomPrompt="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stStyle>
          <a:p>
            <a:pPr/>
            <a:r>
              <a:t>Name of subdivisions in two or three lines (10 pt)</a:t>
            </a:r>
          </a:p>
        </p:txBody>
      </p:sp>
      <p:sp>
        <p:nvSpPr>
          <p:cNvPr id="125" name="Текст 39"/>
          <p:cNvSpPr/>
          <p:nvPr>
            <p:ph type="body" sz="quarter" idx="27" hasCustomPrompt="1"/>
          </p:nvPr>
        </p:nvSpPr>
        <p:spPr>
          <a:xfrm>
            <a:off x="3459162"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126" name="Текст 39"/>
          <p:cNvSpPr/>
          <p:nvPr>
            <p:ph type="body" sz="quarter" idx="28" hasCustomPrompt="1"/>
          </p:nvPr>
        </p:nvSpPr>
        <p:spPr>
          <a:xfrm>
            <a:off x="6259891"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127"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Таблица_1">
    <p:spTree>
      <p:nvGrpSpPr>
        <p:cNvPr id="1" name=""/>
        <p:cNvGrpSpPr/>
        <p:nvPr/>
      </p:nvGrpSpPr>
      <p:grpSpPr>
        <a:xfrm>
          <a:off x="0" y="0"/>
          <a:ext cx="0" cy="0"/>
          <a:chOff x="0" y="0"/>
          <a:chExt cx="0" cy="0"/>
        </a:xfrm>
      </p:grpSpPr>
      <p:pic>
        <p:nvPicPr>
          <p:cNvPr id="134" name="Picture 4" descr="Picture 4"/>
          <p:cNvPicPr>
            <a:picLocks noChangeAspect="1"/>
          </p:cNvPicPr>
          <p:nvPr/>
        </p:nvPicPr>
        <p:blipFill>
          <a:blip r:embed="rId2">
            <a:extLst/>
          </a:blip>
          <a:stretch>
            <a:fillRect/>
          </a:stretch>
        </p:blipFill>
        <p:spPr>
          <a:xfrm>
            <a:off x="517199" y="464362"/>
            <a:ext cx="448276" cy="448278"/>
          </a:xfrm>
          <a:prstGeom prst="rect">
            <a:avLst/>
          </a:prstGeom>
          <a:ln w="12700">
            <a:miter lim="400000"/>
          </a:ln>
        </p:spPr>
      </p:pic>
      <p:sp>
        <p:nvSpPr>
          <p:cNvPr id="135" name="Straight Connector 19"/>
          <p:cNvSpPr/>
          <p:nvPr/>
        </p:nvSpPr>
        <p:spPr>
          <a:xfrm>
            <a:off x="3298685" y="464362"/>
            <a:ext cx="2" cy="586262"/>
          </a:xfrm>
          <a:prstGeom prst="line">
            <a:avLst/>
          </a:prstGeom>
          <a:ln w="12700">
            <a:solidFill>
              <a:srgbClr val="102D69"/>
            </a:solidFill>
            <a:miter/>
          </a:ln>
        </p:spPr>
        <p:txBody>
          <a:bodyPr lIns="45718" tIns="45718" rIns="45718" bIns="45718"/>
          <a:lstStyle/>
          <a:p>
            <a:pPr/>
          </a:p>
        </p:txBody>
      </p:sp>
      <p:sp>
        <p:nvSpPr>
          <p:cNvPr id="136" name="Straight Connector 21"/>
          <p:cNvSpPr/>
          <p:nvPr/>
        </p:nvSpPr>
        <p:spPr>
          <a:xfrm>
            <a:off x="6099416" y="464362"/>
            <a:ext cx="2" cy="586262"/>
          </a:xfrm>
          <a:prstGeom prst="line">
            <a:avLst/>
          </a:prstGeom>
          <a:ln w="12700">
            <a:solidFill>
              <a:srgbClr val="102D69"/>
            </a:solidFill>
            <a:miter/>
          </a:ln>
        </p:spPr>
        <p:txBody>
          <a:bodyPr lIns="45718" tIns="45718" rIns="45718" bIns="45718"/>
          <a:lstStyle/>
          <a:p>
            <a:pPr/>
          </a:p>
        </p:txBody>
      </p:sp>
      <p:sp>
        <p:nvSpPr>
          <p:cNvPr id="137" name="Straight Connector 25"/>
          <p:cNvSpPr/>
          <p:nvPr/>
        </p:nvSpPr>
        <p:spPr>
          <a:xfrm>
            <a:off x="10277081" y="464362"/>
            <a:ext cx="2" cy="586262"/>
          </a:xfrm>
          <a:prstGeom prst="line">
            <a:avLst/>
          </a:prstGeom>
          <a:ln w="12700">
            <a:solidFill>
              <a:srgbClr val="102D69"/>
            </a:solidFill>
            <a:miter/>
          </a:ln>
        </p:spPr>
        <p:txBody>
          <a:bodyPr lIns="45718" tIns="45718" rIns="45718" bIns="45718"/>
          <a:lstStyle/>
          <a:p>
            <a:pPr/>
          </a:p>
        </p:txBody>
      </p:sp>
      <p:sp>
        <p:nvSpPr>
          <p:cNvPr id="138" name="Straight Connector 59"/>
          <p:cNvSpPr/>
          <p:nvPr/>
        </p:nvSpPr>
        <p:spPr>
          <a:xfrm>
            <a:off x="11643868" y="464362"/>
            <a:ext cx="2" cy="586262"/>
          </a:xfrm>
          <a:prstGeom prst="line">
            <a:avLst/>
          </a:prstGeom>
          <a:ln w="12700">
            <a:solidFill>
              <a:srgbClr val="102D69"/>
            </a:solidFill>
            <a:miter/>
          </a:ln>
        </p:spPr>
        <p:txBody>
          <a:bodyPr lIns="45718" tIns="45718" rIns="45718" bIns="45718"/>
          <a:lstStyle/>
          <a:p>
            <a:pPr/>
          </a:p>
        </p:txBody>
      </p:sp>
      <p:sp>
        <p:nvSpPr>
          <p:cNvPr id="139" name="Уровень текста 1…"/>
          <p:cNvSpPr txBox="1"/>
          <p:nvPr>
            <p:ph type="body" sz="quarter" idx="1" hasCustomPrompt="1"/>
          </p:nvPr>
        </p:nvSpPr>
        <p:spPr>
          <a:xfrm>
            <a:off x="585787" y="1447063"/>
            <a:ext cx="11058067" cy="307781"/>
          </a:xfrm>
          <a:prstGeom prst="rect">
            <a:avLst/>
          </a:prstGeom>
        </p:spPr>
        <p:txBody>
          <a:bodyPr numCol="1" spcCol="38100"/>
          <a:lstStyle>
            <a:lvl1pPr>
              <a:lnSpc>
                <a:spcPct val="90000"/>
              </a:lnSpc>
              <a:spcBef>
                <a:spcPts val="1000"/>
              </a:spcBef>
              <a:defRPr sz="1600"/>
            </a:lvl1pPr>
            <a:lvl2pPr marL="685800" indent="-228600">
              <a:lnSpc>
                <a:spcPct val="90000"/>
              </a:lnSpc>
              <a:spcBef>
                <a:spcPts val="1000"/>
              </a:spcBef>
              <a:buSzPct val="100000"/>
              <a:buChar char="•"/>
              <a:defRPr sz="1600"/>
            </a:lvl2pPr>
            <a:lvl3pPr marL="1143000" indent="-228600">
              <a:lnSpc>
                <a:spcPct val="90000"/>
              </a:lnSpc>
              <a:spcBef>
                <a:spcPts val="1000"/>
              </a:spcBef>
              <a:buSzPct val="100000"/>
              <a:buChar char="•"/>
              <a:defRPr sz="1600"/>
            </a:lvl3pPr>
            <a:lvl4pPr marL="1600200" indent="-228600">
              <a:lnSpc>
                <a:spcPct val="90000"/>
              </a:lnSpc>
              <a:spcBef>
                <a:spcPts val="1000"/>
              </a:spcBef>
              <a:buSzPct val="100000"/>
              <a:buChar char="•"/>
              <a:defRPr sz="1600"/>
            </a:lvl4pPr>
            <a:lvl5pPr marL="2057400" indent="-228600">
              <a:lnSpc>
                <a:spcPct val="90000"/>
              </a:lnSpc>
              <a:spcBef>
                <a:spcPts val="1000"/>
              </a:spcBef>
              <a:buSzPct val="100000"/>
              <a:buChar char="•"/>
              <a:defRPr sz="1600"/>
            </a:lvl5pPr>
          </a:lstStyle>
          <a:p>
            <a:pPr/>
            <a:r>
              <a:t>Name of table. Please note that the name of the table should be smaller than headlines (16 pt)</a:t>
            </a:r>
          </a:p>
          <a:p>
            <a:pPr lvl="1"/>
            <a:r>
              <a:t/>
            </a:r>
          </a:p>
          <a:p>
            <a:pPr lvl="2"/>
            <a:r>
              <a:t/>
            </a:r>
          </a:p>
          <a:p>
            <a:pPr lvl="3"/>
            <a:r>
              <a:t/>
            </a:r>
          </a:p>
          <a:p>
            <a:pPr lvl="4"/>
            <a:r>
              <a:t/>
            </a:r>
          </a:p>
        </p:txBody>
      </p:sp>
      <p:sp>
        <p:nvSpPr>
          <p:cNvPr id="140" name="Текст 16"/>
          <p:cNvSpPr/>
          <p:nvPr>
            <p:ph type="body" sz="quarter" idx="21" hasCustomPrompt="1"/>
          </p:nvPr>
        </p:nvSpPr>
        <p:spPr>
          <a:xfrm>
            <a:off x="585788" y="5739188"/>
            <a:ext cx="6824303" cy="703207"/>
          </a:xfrm>
          <a:prstGeom prst="rect">
            <a:avLst/>
          </a:prstGeom>
        </p:spPr>
        <p:txBody>
          <a:bodyPr numCol="1" spcCol="38100"/>
          <a:lstStyle>
            <a:lvl1pPr>
              <a:spcBef>
                <a:spcPts val="600"/>
              </a:spcBef>
            </a:lvl1pPr>
          </a:lstStyle>
          <a:p>
            <a:pPr/>
            <a:r>
              <a:t>We recommend using bold face with due care; try using bold face for important information. Also, try not to use bold face with cell shading; one feature should be sufficient.</a:t>
            </a:r>
          </a:p>
        </p:txBody>
      </p:sp>
      <p:sp>
        <p:nvSpPr>
          <p:cNvPr id="141" name="Текст 37"/>
          <p:cNvSpPr/>
          <p:nvPr>
            <p:ph type="body" sz="quarter" idx="22" hasCustomPrompt="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stStyle>
          <a:p>
            <a:pPr/>
            <a:r>
              <a:t>Name of subdivisions in two or three lines (10 pt)</a:t>
            </a:r>
          </a:p>
        </p:txBody>
      </p:sp>
      <p:sp>
        <p:nvSpPr>
          <p:cNvPr id="142" name="Текст 39"/>
          <p:cNvSpPr/>
          <p:nvPr>
            <p:ph type="body" sz="quarter" idx="23" hasCustomPrompt="1"/>
          </p:nvPr>
        </p:nvSpPr>
        <p:spPr>
          <a:xfrm>
            <a:off x="3459162"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143" name="Текст 39"/>
          <p:cNvSpPr/>
          <p:nvPr>
            <p:ph type="body" sz="quarter" idx="24" hasCustomPrompt="1"/>
          </p:nvPr>
        </p:nvSpPr>
        <p:spPr>
          <a:xfrm>
            <a:off x="6259891"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144"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Таблица_2">
    <p:spTree>
      <p:nvGrpSpPr>
        <p:cNvPr id="1" name=""/>
        <p:cNvGrpSpPr/>
        <p:nvPr/>
      </p:nvGrpSpPr>
      <p:grpSpPr>
        <a:xfrm>
          <a:off x="0" y="0"/>
          <a:ext cx="0" cy="0"/>
          <a:chOff x="0" y="0"/>
          <a:chExt cx="0" cy="0"/>
        </a:xfrm>
      </p:grpSpPr>
      <p:pic>
        <p:nvPicPr>
          <p:cNvPr id="151" name="Picture 4" descr="Picture 4"/>
          <p:cNvPicPr>
            <a:picLocks noChangeAspect="1"/>
          </p:cNvPicPr>
          <p:nvPr/>
        </p:nvPicPr>
        <p:blipFill>
          <a:blip r:embed="rId2">
            <a:extLst/>
          </a:blip>
          <a:stretch>
            <a:fillRect/>
          </a:stretch>
        </p:blipFill>
        <p:spPr>
          <a:xfrm>
            <a:off x="517199" y="464362"/>
            <a:ext cx="448276" cy="448278"/>
          </a:xfrm>
          <a:prstGeom prst="rect">
            <a:avLst/>
          </a:prstGeom>
          <a:ln w="12700">
            <a:miter lim="400000"/>
          </a:ln>
        </p:spPr>
      </p:pic>
      <p:sp>
        <p:nvSpPr>
          <p:cNvPr id="152" name="Straight Connector 19"/>
          <p:cNvSpPr/>
          <p:nvPr/>
        </p:nvSpPr>
        <p:spPr>
          <a:xfrm>
            <a:off x="3298685" y="464362"/>
            <a:ext cx="2" cy="586262"/>
          </a:xfrm>
          <a:prstGeom prst="line">
            <a:avLst/>
          </a:prstGeom>
          <a:ln w="12700">
            <a:solidFill>
              <a:srgbClr val="102D69"/>
            </a:solidFill>
            <a:miter/>
          </a:ln>
        </p:spPr>
        <p:txBody>
          <a:bodyPr lIns="45718" tIns="45718" rIns="45718" bIns="45718"/>
          <a:lstStyle/>
          <a:p>
            <a:pPr/>
          </a:p>
        </p:txBody>
      </p:sp>
      <p:sp>
        <p:nvSpPr>
          <p:cNvPr id="153" name="Straight Connector 21"/>
          <p:cNvSpPr/>
          <p:nvPr/>
        </p:nvSpPr>
        <p:spPr>
          <a:xfrm>
            <a:off x="6099416" y="464362"/>
            <a:ext cx="2" cy="586262"/>
          </a:xfrm>
          <a:prstGeom prst="line">
            <a:avLst/>
          </a:prstGeom>
          <a:ln w="12700">
            <a:solidFill>
              <a:srgbClr val="102D69"/>
            </a:solidFill>
            <a:miter/>
          </a:ln>
        </p:spPr>
        <p:txBody>
          <a:bodyPr lIns="45718" tIns="45718" rIns="45718" bIns="45718"/>
          <a:lstStyle/>
          <a:p>
            <a:pPr/>
          </a:p>
        </p:txBody>
      </p:sp>
      <p:sp>
        <p:nvSpPr>
          <p:cNvPr id="154" name="Straight Connector 25"/>
          <p:cNvSpPr/>
          <p:nvPr/>
        </p:nvSpPr>
        <p:spPr>
          <a:xfrm>
            <a:off x="10277081" y="464362"/>
            <a:ext cx="2" cy="586262"/>
          </a:xfrm>
          <a:prstGeom prst="line">
            <a:avLst/>
          </a:prstGeom>
          <a:ln w="12700">
            <a:solidFill>
              <a:srgbClr val="102D69"/>
            </a:solidFill>
            <a:miter/>
          </a:ln>
        </p:spPr>
        <p:txBody>
          <a:bodyPr lIns="45718" tIns="45718" rIns="45718" bIns="45718"/>
          <a:lstStyle/>
          <a:p>
            <a:pPr/>
          </a:p>
        </p:txBody>
      </p:sp>
      <p:sp>
        <p:nvSpPr>
          <p:cNvPr id="155" name="Straight Connector 59"/>
          <p:cNvSpPr/>
          <p:nvPr/>
        </p:nvSpPr>
        <p:spPr>
          <a:xfrm>
            <a:off x="11643868" y="464362"/>
            <a:ext cx="2" cy="586262"/>
          </a:xfrm>
          <a:prstGeom prst="line">
            <a:avLst/>
          </a:prstGeom>
          <a:ln w="12700">
            <a:solidFill>
              <a:srgbClr val="102D69"/>
            </a:solidFill>
            <a:miter/>
          </a:ln>
        </p:spPr>
        <p:txBody>
          <a:bodyPr lIns="45718" tIns="45718" rIns="45718" bIns="45718"/>
          <a:lstStyle/>
          <a:p>
            <a:pPr/>
          </a:p>
        </p:txBody>
      </p:sp>
      <p:sp>
        <p:nvSpPr>
          <p:cNvPr id="156" name="Уровень текста 1…"/>
          <p:cNvSpPr txBox="1"/>
          <p:nvPr>
            <p:ph type="body" sz="quarter" idx="1" hasCustomPrompt="1"/>
          </p:nvPr>
        </p:nvSpPr>
        <p:spPr>
          <a:xfrm>
            <a:off x="585787" y="1447063"/>
            <a:ext cx="7617877" cy="537014"/>
          </a:xfrm>
          <a:prstGeom prst="rect">
            <a:avLst/>
          </a:prstGeom>
        </p:spPr>
        <p:txBody>
          <a:bodyPr numCol="1" spcCol="38100"/>
          <a:lstStyle>
            <a:lvl1pPr>
              <a:lnSpc>
                <a:spcPct val="90000"/>
              </a:lnSpc>
              <a:spcBef>
                <a:spcPts val="1000"/>
              </a:spcBef>
              <a:defRPr sz="1600"/>
            </a:lvl1pPr>
            <a:lvl2pPr marL="685800" indent="-228600">
              <a:lnSpc>
                <a:spcPct val="90000"/>
              </a:lnSpc>
              <a:spcBef>
                <a:spcPts val="1000"/>
              </a:spcBef>
              <a:buSzPct val="100000"/>
              <a:buChar char="•"/>
              <a:defRPr sz="1600"/>
            </a:lvl2pPr>
            <a:lvl3pPr marL="1143000" indent="-228600">
              <a:lnSpc>
                <a:spcPct val="90000"/>
              </a:lnSpc>
              <a:spcBef>
                <a:spcPts val="1000"/>
              </a:spcBef>
              <a:buSzPct val="100000"/>
              <a:buChar char="•"/>
              <a:defRPr sz="1600"/>
            </a:lvl3pPr>
            <a:lvl4pPr marL="1600200" indent="-228600">
              <a:lnSpc>
                <a:spcPct val="90000"/>
              </a:lnSpc>
              <a:spcBef>
                <a:spcPts val="1000"/>
              </a:spcBef>
              <a:buSzPct val="100000"/>
              <a:buChar char="•"/>
              <a:defRPr sz="1600"/>
            </a:lvl4pPr>
            <a:lvl5pPr marL="2057400" indent="-228600">
              <a:lnSpc>
                <a:spcPct val="90000"/>
              </a:lnSpc>
              <a:spcBef>
                <a:spcPts val="1000"/>
              </a:spcBef>
              <a:buSzPct val="100000"/>
              <a:buChar char="•"/>
              <a:defRPr sz="1600"/>
            </a:lvl5pPr>
          </a:lstStyle>
          <a:p>
            <a:pPr/>
            <a:r>
              <a:t>Name of table. Please note that the name of the table should be smaller than headlines (16 pt)</a:t>
            </a:r>
          </a:p>
          <a:p>
            <a:pPr lvl="1"/>
            <a:r>
              <a:t/>
            </a:r>
          </a:p>
          <a:p>
            <a:pPr lvl="2"/>
            <a:r>
              <a:t/>
            </a:r>
          </a:p>
          <a:p>
            <a:pPr lvl="3"/>
            <a:r>
              <a:t/>
            </a:r>
          </a:p>
          <a:p>
            <a:pPr lvl="4"/>
            <a:r>
              <a:t/>
            </a:r>
          </a:p>
        </p:txBody>
      </p:sp>
      <p:sp>
        <p:nvSpPr>
          <p:cNvPr id="157" name="Текст 16"/>
          <p:cNvSpPr/>
          <p:nvPr>
            <p:ph type="body" sz="quarter" idx="21" hasCustomPrompt="1"/>
          </p:nvPr>
        </p:nvSpPr>
        <p:spPr>
          <a:xfrm>
            <a:off x="585788" y="5739188"/>
            <a:ext cx="6824303" cy="703207"/>
          </a:xfrm>
          <a:prstGeom prst="rect">
            <a:avLst/>
          </a:prstGeom>
        </p:spPr>
        <p:txBody>
          <a:bodyPr numCol="1" spcCol="38100"/>
          <a:lstStyle>
            <a:lvl1pPr>
              <a:spcBef>
                <a:spcPts val="600"/>
              </a:spcBef>
            </a:lvl1pPr>
          </a:lstStyle>
          <a:p>
            <a:pPr/>
            <a:r>
              <a:t>We recommend using bold face with due care; try using bold face for important information. Also, try not to use bold face with cell shading; one feature should be sufficient.</a:t>
            </a:r>
          </a:p>
        </p:txBody>
      </p:sp>
      <p:sp>
        <p:nvSpPr>
          <p:cNvPr id="158" name="Текст 35"/>
          <p:cNvSpPr/>
          <p:nvPr>
            <p:ph type="body" sz="quarter" idx="22" hasCustomPrompt="1"/>
          </p:nvPr>
        </p:nvSpPr>
        <p:spPr>
          <a:xfrm>
            <a:off x="8686806" y="2208363"/>
            <a:ext cx="2930669" cy="2570674"/>
          </a:xfrm>
          <a:prstGeom prst="rect">
            <a:avLst/>
          </a:prstGeom>
        </p:spPr>
        <p:txBody>
          <a:bodyPr numCol="1" spcCol="38100"/>
          <a:lstStyle>
            <a:lvl1pPr defTabSz="905255">
              <a:spcBef>
                <a:spcPts val="900"/>
              </a:spcBef>
              <a:defRPr sz="1200"/>
            </a:lvl1pPr>
          </a:lstStyle>
          <a:p>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159" name="Текст 37"/>
          <p:cNvSpPr/>
          <p:nvPr>
            <p:ph type="body" sz="quarter" idx="23" hasCustomPrompt="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stStyle>
          <a:p>
            <a:pPr/>
            <a:r>
              <a:t>Name of subdivisions in two or three lines (10 pt)</a:t>
            </a:r>
          </a:p>
        </p:txBody>
      </p:sp>
      <p:sp>
        <p:nvSpPr>
          <p:cNvPr id="160" name="Текст 39"/>
          <p:cNvSpPr/>
          <p:nvPr>
            <p:ph type="body" sz="quarter" idx="24" hasCustomPrompt="1"/>
          </p:nvPr>
        </p:nvSpPr>
        <p:spPr>
          <a:xfrm>
            <a:off x="3459162"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161" name="Текст 39"/>
          <p:cNvSpPr/>
          <p:nvPr>
            <p:ph type="body" sz="quarter" idx="25" hasCustomPrompt="1"/>
          </p:nvPr>
        </p:nvSpPr>
        <p:spPr>
          <a:xfrm>
            <a:off x="6259891"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162"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цвет">
    <p:spTree>
      <p:nvGrpSpPr>
        <p:cNvPr id="1" name=""/>
        <p:cNvGrpSpPr/>
        <p:nvPr/>
      </p:nvGrpSpPr>
      <p:grpSpPr>
        <a:xfrm>
          <a:off x="0" y="0"/>
          <a:ext cx="0" cy="0"/>
          <a:chOff x="0" y="0"/>
          <a:chExt cx="0" cy="0"/>
        </a:xfrm>
      </p:grpSpPr>
      <p:pic>
        <p:nvPicPr>
          <p:cNvPr id="169" name="Picture 4" descr="Picture 4"/>
          <p:cNvPicPr>
            <a:picLocks noChangeAspect="1"/>
          </p:cNvPicPr>
          <p:nvPr/>
        </p:nvPicPr>
        <p:blipFill>
          <a:blip r:embed="rId2">
            <a:extLst/>
          </a:blip>
          <a:stretch>
            <a:fillRect/>
          </a:stretch>
        </p:blipFill>
        <p:spPr>
          <a:xfrm>
            <a:off x="517199" y="464362"/>
            <a:ext cx="448276" cy="448278"/>
          </a:xfrm>
          <a:prstGeom prst="rect">
            <a:avLst/>
          </a:prstGeom>
          <a:ln w="12700">
            <a:miter lim="400000"/>
          </a:ln>
        </p:spPr>
      </p:pic>
      <p:sp>
        <p:nvSpPr>
          <p:cNvPr id="170" name="Straight Connector 19"/>
          <p:cNvSpPr/>
          <p:nvPr/>
        </p:nvSpPr>
        <p:spPr>
          <a:xfrm>
            <a:off x="3298685" y="464362"/>
            <a:ext cx="2" cy="586262"/>
          </a:xfrm>
          <a:prstGeom prst="line">
            <a:avLst/>
          </a:prstGeom>
          <a:ln w="12700">
            <a:solidFill>
              <a:srgbClr val="102D69"/>
            </a:solidFill>
            <a:miter/>
          </a:ln>
        </p:spPr>
        <p:txBody>
          <a:bodyPr lIns="45718" tIns="45718" rIns="45718" bIns="45718"/>
          <a:lstStyle/>
          <a:p>
            <a:pPr/>
          </a:p>
        </p:txBody>
      </p:sp>
      <p:sp>
        <p:nvSpPr>
          <p:cNvPr id="171" name="Straight Connector 21"/>
          <p:cNvSpPr/>
          <p:nvPr/>
        </p:nvSpPr>
        <p:spPr>
          <a:xfrm>
            <a:off x="6099416" y="464362"/>
            <a:ext cx="2" cy="586262"/>
          </a:xfrm>
          <a:prstGeom prst="line">
            <a:avLst/>
          </a:prstGeom>
          <a:ln w="12700">
            <a:solidFill>
              <a:srgbClr val="102D69"/>
            </a:solidFill>
            <a:miter/>
          </a:ln>
        </p:spPr>
        <p:txBody>
          <a:bodyPr lIns="45718" tIns="45718" rIns="45718" bIns="45718"/>
          <a:lstStyle/>
          <a:p>
            <a:pPr/>
          </a:p>
        </p:txBody>
      </p:sp>
      <p:sp>
        <p:nvSpPr>
          <p:cNvPr id="172" name="Straight Connector 25"/>
          <p:cNvSpPr/>
          <p:nvPr/>
        </p:nvSpPr>
        <p:spPr>
          <a:xfrm>
            <a:off x="10277081" y="464362"/>
            <a:ext cx="2" cy="586262"/>
          </a:xfrm>
          <a:prstGeom prst="line">
            <a:avLst/>
          </a:prstGeom>
          <a:ln w="12700">
            <a:solidFill>
              <a:srgbClr val="102D69"/>
            </a:solidFill>
            <a:miter/>
          </a:ln>
        </p:spPr>
        <p:txBody>
          <a:bodyPr lIns="45718" tIns="45718" rIns="45718" bIns="45718"/>
          <a:lstStyle/>
          <a:p>
            <a:pPr/>
          </a:p>
        </p:txBody>
      </p:sp>
      <p:sp>
        <p:nvSpPr>
          <p:cNvPr id="173" name="Straight Connector 59"/>
          <p:cNvSpPr/>
          <p:nvPr/>
        </p:nvSpPr>
        <p:spPr>
          <a:xfrm>
            <a:off x="11643868" y="464362"/>
            <a:ext cx="2" cy="586262"/>
          </a:xfrm>
          <a:prstGeom prst="line">
            <a:avLst/>
          </a:prstGeom>
          <a:ln w="12700">
            <a:solidFill>
              <a:srgbClr val="102D69"/>
            </a:solidFill>
            <a:miter/>
          </a:ln>
        </p:spPr>
        <p:txBody>
          <a:bodyPr lIns="45718" tIns="45718" rIns="45718" bIns="45718"/>
          <a:lstStyle/>
          <a:p>
            <a:pPr/>
          </a:p>
        </p:txBody>
      </p:sp>
      <p:sp>
        <p:nvSpPr>
          <p:cNvPr id="174" name="More colours: palette"/>
          <p:cNvSpPr txBox="1"/>
          <p:nvPr>
            <p:ph type="title" hasCustomPrompt="1"/>
          </p:nvPr>
        </p:nvSpPr>
        <p:spPr>
          <a:xfrm>
            <a:off x="585899" y="1447790"/>
            <a:ext cx="4322530" cy="777027"/>
          </a:xfrm>
          <a:prstGeom prst="rect">
            <a:avLst/>
          </a:prstGeom>
        </p:spPr>
        <p:txBody>
          <a:bodyPr/>
          <a:lstStyle/>
          <a:p>
            <a:pPr/>
            <a:r>
              <a:t>More colours: palette</a:t>
            </a:r>
          </a:p>
        </p:txBody>
      </p:sp>
      <p:sp>
        <p:nvSpPr>
          <p:cNvPr id="175" name="Уровень текста 1…"/>
          <p:cNvSpPr txBox="1"/>
          <p:nvPr>
            <p:ph type="body" sz="quarter" idx="1" hasCustomPrompt="1"/>
          </p:nvPr>
        </p:nvSpPr>
        <p:spPr>
          <a:xfrm>
            <a:off x="585898" y="2379663"/>
            <a:ext cx="4322532" cy="2399373"/>
          </a:xfrm>
          <a:prstGeom prst="rect">
            <a:avLst/>
          </a:prstGeom>
        </p:spPr>
        <p:txBody>
          <a:bodyPr numCol="1" spcCol="38100"/>
          <a:lstStyle>
            <a:lvl1pPr>
              <a:spcBef>
                <a:spcPts val="1000"/>
              </a:spcBef>
            </a:lvl1pPr>
            <a:lvl2pPr>
              <a:spcBef>
                <a:spcPts val="1000"/>
              </a:spcBef>
            </a:lvl2pPr>
            <a:lvl3pPr>
              <a:spcBef>
                <a:spcPts val="1000"/>
              </a:spcBef>
            </a:lvl3pPr>
            <a:lvl4pPr>
              <a:spcBef>
                <a:spcPts val="1000"/>
              </a:spcBef>
            </a:lvl4pPr>
            <a:lvl5pPr>
              <a:spcBef>
                <a:spcPts val="1000"/>
              </a:spcBef>
            </a:lvl5pPr>
          </a:lstStyle>
          <a:p>
            <a:pPr/>
            <a:r>
              <a:t>For tables, graphs , charts and diagrams, you may need to use additional colours; you may correctly ask what colours can be used and where to find them. We advise using HSE University’s official colour scheme for such purposes.</a:t>
            </a:r>
          </a:p>
          <a:p>
            <a:pPr lvl="1"/>
            <a:r>
              <a:t/>
            </a:r>
          </a:p>
          <a:p>
            <a:pPr lvl="2"/>
            <a:r>
              <a:t/>
            </a:r>
          </a:p>
          <a:p>
            <a:pPr lvl="3"/>
            <a:r>
              <a:t/>
            </a:r>
          </a:p>
          <a:p>
            <a:pPr lvl="4"/>
            <a:r>
              <a:t/>
            </a:r>
          </a:p>
        </p:txBody>
      </p:sp>
      <p:sp>
        <p:nvSpPr>
          <p:cNvPr id="176" name="Oval 5"/>
          <p:cNvSpPr/>
          <p:nvPr/>
        </p:nvSpPr>
        <p:spPr>
          <a:xfrm>
            <a:off x="5392982" y="1447789"/>
            <a:ext cx="831001" cy="831002"/>
          </a:xfrm>
          <a:prstGeom prst="ellipse">
            <a:avLst/>
          </a:prstGeom>
          <a:solidFill>
            <a:srgbClr val="0E2D69"/>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77" name="Oval 20"/>
          <p:cNvSpPr/>
          <p:nvPr/>
        </p:nvSpPr>
        <p:spPr>
          <a:xfrm>
            <a:off x="6742924" y="1447789"/>
            <a:ext cx="831001" cy="831002"/>
          </a:xfrm>
          <a:prstGeom prst="ellipse">
            <a:avLst/>
          </a:prstGeom>
          <a:solidFill>
            <a:srgbClr val="234A9B"/>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78" name="Oval 22"/>
          <p:cNvSpPr/>
          <p:nvPr/>
        </p:nvSpPr>
        <p:spPr>
          <a:xfrm>
            <a:off x="8092868" y="1447789"/>
            <a:ext cx="831001" cy="831002"/>
          </a:xfrm>
          <a:prstGeom prst="ellipse">
            <a:avLst/>
          </a:prstGeom>
          <a:solidFill>
            <a:srgbClr val="11A0D7"/>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79" name="Oval 23"/>
          <p:cNvSpPr/>
          <p:nvPr/>
        </p:nvSpPr>
        <p:spPr>
          <a:xfrm>
            <a:off x="9442811" y="1447789"/>
            <a:ext cx="831001" cy="831002"/>
          </a:xfrm>
          <a:prstGeom prst="ellipse">
            <a:avLst/>
          </a:prstGeom>
          <a:solidFill>
            <a:srgbClr val="029C63"/>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80" name="Oval 26"/>
          <p:cNvSpPr/>
          <p:nvPr/>
        </p:nvSpPr>
        <p:spPr>
          <a:xfrm>
            <a:off x="10792752" y="1447789"/>
            <a:ext cx="831001" cy="831002"/>
          </a:xfrm>
          <a:prstGeom prst="ellipse">
            <a:avLst/>
          </a:prstGeom>
          <a:solidFill>
            <a:srgbClr val="EB681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81" name="Oval 29"/>
          <p:cNvSpPr/>
          <p:nvPr/>
        </p:nvSpPr>
        <p:spPr>
          <a:xfrm>
            <a:off x="5392982" y="2708698"/>
            <a:ext cx="831001" cy="831001"/>
          </a:xfrm>
          <a:prstGeom prst="ellipse">
            <a:avLst/>
          </a:prstGeom>
          <a:solidFill>
            <a:srgbClr val="7D4EBA"/>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82" name="Oval 33"/>
          <p:cNvSpPr/>
          <p:nvPr/>
        </p:nvSpPr>
        <p:spPr>
          <a:xfrm>
            <a:off x="6742924" y="2708698"/>
            <a:ext cx="831001" cy="831001"/>
          </a:xfrm>
          <a:prstGeom prst="ellipse">
            <a:avLst/>
          </a:prstGeom>
          <a:solidFill>
            <a:srgbClr val="E61F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83" name="Oval 34"/>
          <p:cNvSpPr/>
          <p:nvPr/>
        </p:nvSpPr>
        <p:spPr>
          <a:xfrm>
            <a:off x="8092868" y="2708698"/>
            <a:ext cx="831001" cy="831001"/>
          </a:xfrm>
          <a:prstGeom prst="ellipse">
            <a:avLst/>
          </a:prstGeom>
          <a:solidFill>
            <a:srgbClr val="FBBA00"/>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84" name="Oval 35"/>
          <p:cNvSpPr/>
          <p:nvPr/>
        </p:nvSpPr>
        <p:spPr>
          <a:xfrm>
            <a:off x="9442811" y="2708698"/>
            <a:ext cx="831001" cy="831001"/>
          </a:xfrm>
          <a:prstGeom prst="ellipse">
            <a:avLst/>
          </a:prstGeom>
          <a:solidFill>
            <a:srgbClr val="7DA0D3"/>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85" name="Oval 36"/>
          <p:cNvSpPr/>
          <p:nvPr/>
        </p:nvSpPr>
        <p:spPr>
          <a:xfrm>
            <a:off x="10792752" y="2708698"/>
            <a:ext cx="831001" cy="831001"/>
          </a:xfrm>
          <a:prstGeom prst="ellipse">
            <a:avLst/>
          </a:prstGeom>
          <a:solidFill>
            <a:srgbClr val="47A0A0"/>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86" name="Oval 37"/>
          <p:cNvSpPr/>
          <p:nvPr/>
        </p:nvSpPr>
        <p:spPr>
          <a:xfrm>
            <a:off x="5392982" y="3969608"/>
            <a:ext cx="831001" cy="831001"/>
          </a:xfrm>
          <a:prstGeom prst="ellipse">
            <a:avLst/>
          </a:prstGeom>
          <a:solidFill>
            <a:srgbClr val="EB8C3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87" name="Oval 38"/>
          <p:cNvSpPr/>
          <p:nvPr/>
        </p:nvSpPr>
        <p:spPr>
          <a:xfrm>
            <a:off x="6742924" y="3969608"/>
            <a:ext cx="831001" cy="831001"/>
          </a:xfrm>
          <a:prstGeom prst="ellipse">
            <a:avLst/>
          </a:prstGeom>
          <a:solidFill>
            <a:srgbClr val="96628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88" name="Oval 39"/>
          <p:cNvSpPr/>
          <p:nvPr/>
        </p:nvSpPr>
        <p:spPr>
          <a:xfrm>
            <a:off x="8092868" y="3969608"/>
            <a:ext cx="831001" cy="831001"/>
          </a:xfrm>
          <a:prstGeom prst="ellipse">
            <a:avLst/>
          </a:prstGeom>
          <a:solidFill>
            <a:srgbClr val="CD5A5A"/>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89" name="Oval 40"/>
          <p:cNvSpPr/>
          <p:nvPr/>
        </p:nvSpPr>
        <p:spPr>
          <a:xfrm>
            <a:off x="9442811" y="3969608"/>
            <a:ext cx="831001" cy="831001"/>
          </a:xfrm>
          <a:prstGeom prst="ellipse">
            <a:avLst/>
          </a:prstGeom>
          <a:solidFill>
            <a:srgbClr val="FFD746"/>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90" name="Oval 41"/>
          <p:cNvSpPr/>
          <p:nvPr/>
        </p:nvSpPr>
        <p:spPr>
          <a:xfrm>
            <a:off x="10792752" y="3969608"/>
            <a:ext cx="831001" cy="831001"/>
          </a:xfrm>
          <a:prstGeom prst="ellipse">
            <a:avLst/>
          </a:prstGeom>
          <a:solidFill>
            <a:srgbClr val="CDDDF0"/>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91" name="Oval 42"/>
          <p:cNvSpPr/>
          <p:nvPr/>
        </p:nvSpPr>
        <p:spPr>
          <a:xfrm>
            <a:off x="5392982" y="5249769"/>
            <a:ext cx="831001" cy="831001"/>
          </a:xfrm>
          <a:prstGeom prst="ellipse">
            <a:avLst/>
          </a:prstGeom>
          <a:solidFill>
            <a:srgbClr val="D7EBB4"/>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92" name="Oval 43"/>
          <p:cNvSpPr/>
          <p:nvPr/>
        </p:nvSpPr>
        <p:spPr>
          <a:xfrm>
            <a:off x="6742924" y="5249769"/>
            <a:ext cx="831001" cy="831001"/>
          </a:xfrm>
          <a:prstGeom prst="ellipse">
            <a:avLst/>
          </a:prstGeom>
          <a:solidFill>
            <a:srgbClr val="FFDC91"/>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93" name="Oval 44"/>
          <p:cNvSpPr/>
          <p:nvPr/>
        </p:nvSpPr>
        <p:spPr>
          <a:xfrm>
            <a:off x="8092868" y="5249769"/>
            <a:ext cx="831001" cy="831001"/>
          </a:xfrm>
          <a:prstGeom prst="ellipse">
            <a:avLst/>
          </a:prstGeom>
          <a:solidFill>
            <a:srgbClr val="D7C3F1"/>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94" name="Oval 45"/>
          <p:cNvSpPr/>
          <p:nvPr/>
        </p:nvSpPr>
        <p:spPr>
          <a:xfrm>
            <a:off x="9442811" y="5249769"/>
            <a:ext cx="831001" cy="831001"/>
          </a:xfrm>
          <a:prstGeom prst="ellipse">
            <a:avLst/>
          </a:prstGeom>
          <a:solidFill>
            <a:srgbClr val="F6C3C3"/>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95" name="Oval 46"/>
          <p:cNvSpPr/>
          <p:nvPr/>
        </p:nvSpPr>
        <p:spPr>
          <a:xfrm>
            <a:off x="10792752" y="5249769"/>
            <a:ext cx="831001" cy="831001"/>
          </a:xfrm>
          <a:prstGeom prst="ellipse">
            <a:avLst/>
          </a:prstGeom>
          <a:solidFill>
            <a:srgbClr val="FFF07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196" name="Текст 37"/>
          <p:cNvSpPr/>
          <p:nvPr>
            <p:ph type="body" sz="quarter" idx="21" hasCustomPrompt="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stStyle>
          <a:p>
            <a:pPr/>
            <a:r>
              <a:t>Name of subdivisions in two or three lines (10 pt)</a:t>
            </a:r>
          </a:p>
        </p:txBody>
      </p:sp>
      <p:sp>
        <p:nvSpPr>
          <p:cNvPr id="197" name="Текст 39"/>
          <p:cNvSpPr/>
          <p:nvPr>
            <p:ph type="body" sz="quarter" idx="22" hasCustomPrompt="1"/>
          </p:nvPr>
        </p:nvSpPr>
        <p:spPr>
          <a:xfrm>
            <a:off x="3459162"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198" name="Текст 39"/>
          <p:cNvSpPr/>
          <p:nvPr>
            <p:ph type="body" sz="quarter" idx="23" hasCustomPrompt="1"/>
          </p:nvPr>
        </p:nvSpPr>
        <p:spPr>
          <a:xfrm>
            <a:off x="6259891"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199"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чистый_2">
    <p:spTree>
      <p:nvGrpSpPr>
        <p:cNvPr id="1" name=""/>
        <p:cNvGrpSpPr/>
        <p:nvPr/>
      </p:nvGrpSpPr>
      <p:grpSpPr>
        <a:xfrm>
          <a:off x="0" y="0"/>
          <a:ext cx="0" cy="0"/>
          <a:chOff x="0" y="0"/>
          <a:chExt cx="0" cy="0"/>
        </a:xfrm>
      </p:grpSpPr>
      <p:pic>
        <p:nvPicPr>
          <p:cNvPr id="206" name="Picture 4" descr="Picture 4"/>
          <p:cNvPicPr>
            <a:picLocks noChangeAspect="1"/>
          </p:cNvPicPr>
          <p:nvPr/>
        </p:nvPicPr>
        <p:blipFill>
          <a:blip r:embed="rId2">
            <a:extLst/>
          </a:blip>
          <a:stretch>
            <a:fillRect/>
          </a:stretch>
        </p:blipFill>
        <p:spPr>
          <a:xfrm>
            <a:off x="517199" y="464362"/>
            <a:ext cx="448276" cy="448278"/>
          </a:xfrm>
          <a:prstGeom prst="rect">
            <a:avLst/>
          </a:prstGeom>
          <a:ln w="12700">
            <a:miter lim="400000"/>
          </a:ln>
        </p:spPr>
      </p:pic>
      <p:sp>
        <p:nvSpPr>
          <p:cNvPr id="207" name="Straight Connector 19"/>
          <p:cNvSpPr/>
          <p:nvPr/>
        </p:nvSpPr>
        <p:spPr>
          <a:xfrm>
            <a:off x="3298685" y="464362"/>
            <a:ext cx="2" cy="586262"/>
          </a:xfrm>
          <a:prstGeom prst="line">
            <a:avLst/>
          </a:prstGeom>
          <a:ln w="12700">
            <a:solidFill>
              <a:srgbClr val="102D69"/>
            </a:solidFill>
            <a:miter/>
          </a:ln>
        </p:spPr>
        <p:txBody>
          <a:bodyPr lIns="45718" tIns="45718" rIns="45718" bIns="45718"/>
          <a:lstStyle/>
          <a:p>
            <a:pPr/>
          </a:p>
        </p:txBody>
      </p:sp>
      <p:sp>
        <p:nvSpPr>
          <p:cNvPr id="208" name="Straight Connector 21"/>
          <p:cNvSpPr/>
          <p:nvPr/>
        </p:nvSpPr>
        <p:spPr>
          <a:xfrm>
            <a:off x="6099416" y="464362"/>
            <a:ext cx="2" cy="586262"/>
          </a:xfrm>
          <a:prstGeom prst="line">
            <a:avLst/>
          </a:prstGeom>
          <a:ln w="12700">
            <a:solidFill>
              <a:srgbClr val="102D69"/>
            </a:solidFill>
            <a:miter/>
          </a:ln>
        </p:spPr>
        <p:txBody>
          <a:bodyPr lIns="45718" tIns="45718" rIns="45718" bIns="45718"/>
          <a:lstStyle/>
          <a:p>
            <a:pPr/>
          </a:p>
        </p:txBody>
      </p:sp>
      <p:sp>
        <p:nvSpPr>
          <p:cNvPr id="209" name="Straight Connector 25"/>
          <p:cNvSpPr/>
          <p:nvPr/>
        </p:nvSpPr>
        <p:spPr>
          <a:xfrm>
            <a:off x="10277081" y="464362"/>
            <a:ext cx="2" cy="586262"/>
          </a:xfrm>
          <a:prstGeom prst="line">
            <a:avLst/>
          </a:prstGeom>
          <a:ln w="12700">
            <a:solidFill>
              <a:srgbClr val="102D69"/>
            </a:solidFill>
            <a:miter/>
          </a:ln>
        </p:spPr>
        <p:txBody>
          <a:bodyPr lIns="45718" tIns="45718" rIns="45718" bIns="45718"/>
          <a:lstStyle/>
          <a:p>
            <a:pPr/>
          </a:p>
        </p:txBody>
      </p:sp>
      <p:sp>
        <p:nvSpPr>
          <p:cNvPr id="210" name="Straight Connector 59"/>
          <p:cNvSpPr/>
          <p:nvPr/>
        </p:nvSpPr>
        <p:spPr>
          <a:xfrm>
            <a:off x="11643868" y="464362"/>
            <a:ext cx="2" cy="586262"/>
          </a:xfrm>
          <a:prstGeom prst="line">
            <a:avLst/>
          </a:prstGeom>
          <a:ln w="12700">
            <a:solidFill>
              <a:srgbClr val="102D69"/>
            </a:solidFill>
            <a:miter/>
          </a:ln>
        </p:spPr>
        <p:txBody>
          <a:bodyPr lIns="45718" tIns="45718" rIns="45718" bIns="45718"/>
          <a:lstStyle/>
          <a:p>
            <a:pPr/>
          </a:p>
        </p:txBody>
      </p:sp>
      <p:sp>
        <p:nvSpPr>
          <p:cNvPr id="211" name="Уровень текста 1…"/>
          <p:cNvSpPr txBox="1"/>
          <p:nvPr>
            <p:ph type="body" sz="quarter" idx="1" hasCustomPrompt="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vl2pPr>
              <a:spcBef>
                <a:spcPts val="0"/>
              </a:spcBef>
              <a:defRPr sz="1000">
                <a:solidFill>
                  <a:srgbClr val="0F2C68"/>
                </a:solidFill>
              </a:defRPr>
            </a:lvl2pPr>
            <a:lvl3pPr>
              <a:spcBef>
                <a:spcPts val="0"/>
              </a:spcBef>
              <a:defRPr sz="1000">
                <a:solidFill>
                  <a:srgbClr val="0F2C68"/>
                </a:solidFill>
              </a:defRPr>
            </a:lvl3pPr>
            <a:lvl4pPr>
              <a:spcBef>
                <a:spcPts val="0"/>
              </a:spcBef>
              <a:defRPr sz="1000">
                <a:solidFill>
                  <a:srgbClr val="0F2C68"/>
                </a:solidFill>
              </a:defRPr>
            </a:lvl4pPr>
            <a:lvl5pPr>
              <a:spcBef>
                <a:spcPts val="0"/>
              </a:spcBef>
              <a:defRPr sz="1000">
                <a:solidFill>
                  <a:srgbClr val="0F2C68"/>
                </a:solidFill>
              </a:defRPr>
            </a:lvl5pPr>
          </a:lstStyle>
          <a:p>
            <a:pPr/>
            <a:r>
              <a:t>Name of subdivisions in two or three lines (10 pt)</a:t>
            </a:r>
          </a:p>
          <a:p>
            <a:pPr lvl="1"/>
            <a:r>
              <a:t/>
            </a:r>
          </a:p>
          <a:p>
            <a:pPr lvl="2"/>
            <a:r>
              <a:t/>
            </a:r>
          </a:p>
          <a:p>
            <a:pPr lvl="3"/>
            <a:r>
              <a:t/>
            </a:r>
          </a:p>
          <a:p>
            <a:pPr lvl="4"/>
            <a:r>
              <a:t/>
            </a:r>
          </a:p>
        </p:txBody>
      </p:sp>
      <p:sp>
        <p:nvSpPr>
          <p:cNvPr id="212" name="Текст 39"/>
          <p:cNvSpPr/>
          <p:nvPr>
            <p:ph type="body" sz="quarter" idx="21" hasCustomPrompt="1"/>
          </p:nvPr>
        </p:nvSpPr>
        <p:spPr>
          <a:xfrm>
            <a:off x="3459162"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213" name="Текст 39"/>
          <p:cNvSpPr/>
          <p:nvPr>
            <p:ph type="body" sz="quarter" idx="22" hasCustomPrompt="1"/>
          </p:nvPr>
        </p:nvSpPr>
        <p:spPr>
          <a:xfrm>
            <a:off x="6259891" y="548718"/>
            <a:ext cx="2070102" cy="408111"/>
          </a:xfrm>
          <a:prstGeom prst="rect">
            <a:avLst/>
          </a:prstGeom>
        </p:spPr>
        <p:txBody>
          <a:bodyPr numCol="1" spcCol="38100"/>
          <a:lstStyle>
            <a:lvl1pPr>
              <a:spcBef>
                <a:spcPts val="0"/>
              </a:spcBef>
              <a:defRPr sz="1000"/>
            </a:lvl1pPr>
          </a:lstStyle>
          <a:p>
            <a:pPr/>
            <a:r>
              <a:t>Name of presentation can be provided in two or three lines (10 pt)</a:t>
            </a:r>
          </a:p>
        </p:txBody>
      </p:sp>
      <p:sp>
        <p:nvSpPr>
          <p:cNvPr id="214"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чистый">
    <p:spTree>
      <p:nvGrpSpPr>
        <p:cNvPr id="1" name=""/>
        <p:cNvGrpSpPr/>
        <p:nvPr/>
      </p:nvGrpSpPr>
      <p:grpSpPr>
        <a:xfrm>
          <a:off x="0" y="0"/>
          <a:ext cx="0" cy="0"/>
          <a:chOff x="0" y="0"/>
          <a:chExt cx="0" cy="0"/>
        </a:xfrm>
      </p:grpSpPr>
      <p:sp>
        <p:nvSpPr>
          <p:cNvPr id="221" name="Rectangle 1"/>
          <p:cNvSpPr/>
          <p:nvPr/>
        </p:nvSpPr>
        <p:spPr>
          <a:xfrm>
            <a:off x="0" y="0"/>
            <a:ext cx="12192000" cy="6858000"/>
          </a:xfrm>
          <a:prstGeom prst="rect">
            <a:avLst/>
          </a:prstGeom>
          <a:solidFill>
            <a:srgbClr val="0F2C68"/>
          </a:solidFill>
          <a:ln w="12700">
            <a:solidFill>
              <a:srgbClr val="0B204C"/>
            </a:solidFill>
            <a:miter/>
          </a:ln>
        </p:spPr>
        <p:txBody>
          <a:bodyPr lIns="45718" tIns="45718" rIns="45718" bIns="45718" anchor="ctr"/>
          <a:lstStyle/>
          <a:p>
            <a:pPr algn="ctr">
              <a:defRPr>
                <a:solidFill>
                  <a:srgbClr val="FFFFFF"/>
                </a:solidFill>
                <a:latin typeface="+mj-lt"/>
                <a:ea typeface="+mj-ea"/>
                <a:cs typeface="+mj-cs"/>
                <a:sym typeface="Calibri"/>
              </a:defRPr>
            </a:pPr>
          </a:p>
        </p:txBody>
      </p:sp>
      <p:pic>
        <p:nvPicPr>
          <p:cNvPr id="222" name="Picture 3" descr="Picture 3"/>
          <p:cNvPicPr>
            <a:picLocks noChangeAspect="1"/>
          </p:cNvPicPr>
          <p:nvPr/>
        </p:nvPicPr>
        <p:blipFill>
          <a:blip r:embed="rId2">
            <a:extLst/>
          </a:blip>
          <a:stretch>
            <a:fillRect/>
          </a:stretch>
        </p:blipFill>
        <p:spPr>
          <a:xfrm>
            <a:off x="5310809" y="2643808"/>
            <a:ext cx="1570385" cy="1570384"/>
          </a:xfrm>
          <a:prstGeom prst="rect">
            <a:avLst/>
          </a:prstGeom>
          <a:ln w="12700">
            <a:miter lim="400000"/>
          </a:ln>
        </p:spPr>
      </p:pic>
      <p:sp>
        <p:nvSpPr>
          <p:cNvPr id="223" name="Номер слайда"/>
          <p:cNvSpPr txBox="1"/>
          <p:nvPr>
            <p:ph type="sldNum" sz="quarter" idx="2"/>
          </p:nvPr>
        </p:nvSpPr>
        <p:spPr>
          <a:xfrm>
            <a:off x="8478978" y="6232199"/>
            <a:ext cx="258623" cy="248303"/>
          </a:xfrm>
          <a:prstGeom prst="rect">
            <a:avLst/>
          </a:prstGeom>
        </p:spPr>
        <p:txBody>
          <a:bodyPr lIns="45718" tIns="45718" rIns="45718" bIns="45718" anchor="ctr"/>
          <a:lstStyle>
            <a:lvl1pPr algn="r">
              <a:defRPr sz="1200">
                <a:solidFill>
                  <a:srgbClr val="0F2C68"/>
                </a:solidFill>
                <a:latin typeface="+mj-lt"/>
                <a:ea typeface="+mj-ea"/>
                <a:cs typeface="+mj-cs"/>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 name="Picture 4" descr="Picture 4"/>
          <p:cNvPicPr>
            <a:picLocks noChangeAspect="1"/>
          </p:cNvPicPr>
          <p:nvPr/>
        </p:nvPicPr>
        <p:blipFill>
          <a:blip r:embed="rId3">
            <a:extLst/>
          </a:blip>
          <a:stretch>
            <a:fillRect/>
          </a:stretch>
        </p:blipFill>
        <p:spPr>
          <a:xfrm>
            <a:off x="517199" y="464362"/>
            <a:ext cx="448276" cy="448278"/>
          </a:xfrm>
          <a:prstGeom prst="rect">
            <a:avLst/>
          </a:prstGeom>
          <a:ln w="12700">
            <a:miter lim="400000"/>
          </a:ln>
        </p:spPr>
      </p:pic>
      <p:sp>
        <p:nvSpPr>
          <p:cNvPr id="3" name="Straight Connector 19"/>
          <p:cNvSpPr/>
          <p:nvPr/>
        </p:nvSpPr>
        <p:spPr>
          <a:xfrm>
            <a:off x="3298685" y="464362"/>
            <a:ext cx="2" cy="586262"/>
          </a:xfrm>
          <a:prstGeom prst="line">
            <a:avLst/>
          </a:prstGeom>
          <a:ln w="12700">
            <a:solidFill>
              <a:srgbClr val="102D69"/>
            </a:solidFill>
            <a:miter/>
          </a:ln>
        </p:spPr>
        <p:txBody>
          <a:bodyPr lIns="45718" tIns="45718" rIns="45718" bIns="45718"/>
          <a:lstStyle/>
          <a:p>
            <a:pPr/>
          </a:p>
        </p:txBody>
      </p:sp>
      <p:sp>
        <p:nvSpPr>
          <p:cNvPr id="4" name="Straight Connector 21"/>
          <p:cNvSpPr/>
          <p:nvPr/>
        </p:nvSpPr>
        <p:spPr>
          <a:xfrm>
            <a:off x="6099416" y="464362"/>
            <a:ext cx="2" cy="586262"/>
          </a:xfrm>
          <a:prstGeom prst="line">
            <a:avLst/>
          </a:prstGeom>
          <a:ln w="12700">
            <a:solidFill>
              <a:srgbClr val="102D69"/>
            </a:solidFill>
            <a:miter/>
          </a:ln>
        </p:spPr>
        <p:txBody>
          <a:bodyPr lIns="45718" tIns="45718" rIns="45718" bIns="45718"/>
          <a:lstStyle/>
          <a:p>
            <a:pPr/>
          </a:p>
        </p:txBody>
      </p:sp>
      <p:sp>
        <p:nvSpPr>
          <p:cNvPr id="5" name="Straight Connector 25"/>
          <p:cNvSpPr/>
          <p:nvPr/>
        </p:nvSpPr>
        <p:spPr>
          <a:xfrm>
            <a:off x="10277081" y="464362"/>
            <a:ext cx="2" cy="586262"/>
          </a:xfrm>
          <a:prstGeom prst="line">
            <a:avLst/>
          </a:prstGeom>
          <a:ln w="12700">
            <a:solidFill>
              <a:srgbClr val="102D69"/>
            </a:solidFill>
            <a:miter/>
          </a:ln>
        </p:spPr>
        <p:txBody>
          <a:bodyPr lIns="45718" tIns="45718" rIns="45718" bIns="45718"/>
          <a:lstStyle/>
          <a:p>
            <a:pPr/>
          </a:p>
        </p:txBody>
      </p:sp>
      <p:sp>
        <p:nvSpPr>
          <p:cNvPr id="6" name="Straight Connector 59"/>
          <p:cNvSpPr/>
          <p:nvPr/>
        </p:nvSpPr>
        <p:spPr>
          <a:xfrm>
            <a:off x="11643868" y="464362"/>
            <a:ext cx="2" cy="586262"/>
          </a:xfrm>
          <a:prstGeom prst="line">
            <a:avLst/>
          </a:prstGeom>
          <a:ln w="12700">
            <a:solidFill>
              <a:srgbClr val="102D69"/>
            </a:solidFill>
            <a:miter/>
          </a:ln>
        </p:spPr>
        <p:txBody>
          <a:bodyPr lIns="45718" tIns="45718" rIns="45718" bIns="45718"/>
          <a:lstStyle/>
          <a:p>
            <a:pPr/>
          </a:p>
        </p:txBody>
      </p:sp>
      <p:sp>
        <p:nvSpPr>
          <p:cNvPr id="7" name="Headline may have two or three lines (24 pt)"/>
          <p:cNvSpPr txBox="1"/>
          <p:nvPr>
            <p:ph type="title" hasCustomPrompt="1"/>
          </p:nvPr>
        </p:nvSpPr>
        <p:spPr>
          <a:xfrm>
            <a:off x="585896" y="1447790"/>
            <a:ext cx="11057957" cy="777027"/>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Headline may have two or three lines (24 pt)</a:t>
            </a:r>
          </a:p>
        </p:txBody>
      </p:sp>
      <p:sp>
        <p:nvSpPr>
          <p:cNvPr id="8" name="Уровень текста 1…"/>
          <p:cNvSpPr txBox="1"/>
          <p:nvPr>
            <p:ph type="body" idx="1" hasCustomPrompt="1"/>
          </p:nvPr>
        </p:nvSpPr>
        <p:spPr>
          <a:xfrm>
            <a:off x="585896" y="2379663"/>
            <a:ext cx="11057973" cy="3745094"/>
          </a:xfrm>
          <a:prstGeom prst="rect">
            <a:avLst/>
          </a:prstGeom>
          <a:ln w="12700">
            <a:miter lim="400000"/>
          </a:ln>
          <a:extLst>
            <a:ext uri="{C572A759-6A51-4108-AA02-DFA0A04FC94B}">
              <ma14:wrappingTextBoxFlag xmlns:ma14="http://schemas.microsoft.com/office/mac/drawingml/2011/main" val="1"/>
            </a:ext>
          </a:extLst>
        </p:spPr>
        <p:txBody>
          <a:bodyPr lIns="0" tIns="0" rIns="0" bIns="0" numCol="3" spcCol="63000">
            <a:normAutofit fontScale="100000" lnSpcReduction="0"/>
          </a:bodyPr>
          <a:lstStyle/>
          <a:p>
            <a:pPr/>
            <a: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a:t>
            </a:r>
          </a:p>
          <a:p>
            <a:pPr lvl="1"/>
            <a:r>
              <a:t/>
            </a:r>
          </a:p>
          <a:p>
            <a:pPr lvl="2"/>
            <a:r>
              <a:t/>
            </a:r>
          </a:p>
          <a:p>
            <a:pPr lvl="3"/>
            <a:r>
              <a:t/>
            </a:r>
          </a:p>
          <a:p>
            <a:pPr lvl="4"/>
            <a:r>
              <a:t/>
            </a:r>
          </a:p>
        </p:txBody>
      </p:sp>
      <p:sp>
        <p:nvSpPr>
          <p:cNvPr id="9" name="Номер слайда"/>
          <p:cNvSpPr txBox="1"/>
          <p:nvPr>
            <p:ph type="sldNum" sz="quarter" idx="2"/>
          </p:nvPr>
        </p:nvSpPr>
        <p:spPr>
          <a:xfrm>
            <a:off x="10410201" y="532278"/>
            <a:ext cx="295226" cy="304801"/>
          </a:xfrm>
          <a:prstGeom prst="rect">
            <a:avLst/>
          </a:prstGeom>
          <a:ln w="12700">
            <a:miter lim="400000"/>
          </a:ln>
        </p:spPr>
        <p:txBody>
          <a:bodyPr wrap="none" lIns="0" tIns="0" rIns="0" bIns="0">
            <a:spAutoFit/>
          </a:bodyPr>
          <a:lstStyle>
            <a:lvl1pPr>
              <a:defRPr sz="2000">
                <a:solidFill>
                  <a:srgbClr val="102D69"/>
                </a:solidFill>
                <a:latin typeface="HSE Sans"/>
                <a:ea typeface="HSE Sans"/>
                <a:cs typeface="HSE Sans"/>
                <a:sym typeface="HSE Sans"/>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F2C68"/>
          </a:solidFill>
          <a:uFillTx/>
          <a:latin typeface="HSE Sans"/>
          <a:ea typeface="HSE Sans"/>
          <a:cs typeface="HSE Sans"/>
          <a:sym typeface="HSE Sans"/>
        </a:defRPr>
      </a:lvl1pPr>
      <a:lvl2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F2C68"/>
          </a:solidFill>
          <a:uFillTx/>
          <a:latin typeface="HSE Sans"/>
          <a:ea typeface="HSE Sans"/>
          <a:cs typeface="HSE Sans"/>
          <a:sym typeface="HSE Sans"/>
        </a:defRPr>
      </a:lvl2pPr>
      <a:lvl3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F2C68"/>
          </a:solidFill>
          <a:uFillTx/>
          <a:latin typeface="HSE Sans"/>
          <a:ea typeface="HSE Sans"/>
          <a:cs typeface="HSE Sans"/>
          <a:sym typeface="HSE Sans"/>
        </a:defRPr>
      </a:lvl3pPr>
      <a:lvl4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F2C68"/>
          </a:solidFill>
          <a:uFillTx/>
          <a:latin typeface="HSE Sans"/>
          <a:ea typeface="HSE Sans"/>
          <a:cs typeface="HSE Sans"/>
          <a:sym typeface="HSE Sans"/>
        </a:defRPr>
      </a:lvl4pPr>
      <a:lvl5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F2C68"/>
          </a:solidFill>
          <a:uFillTx/>
          <a:latin typeface="HSE Sans"/>
          <a:ea typeface="HSE Sans"/>
          <a:cs typeface="HSE Sans"/>
          <a:sym typeface="HSE Sans"/>
        </a:defRPr>
      </a:lvl5pPr>
      <a:lvl6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F2C68"/>
          </a:solidFill>
          <a:uFillTx/>
          <a:latin typeface="HSE Sans"/>
          <a:ea typeface="HSE Sans"/>
          <a:cs typeface="HSE Sans"/>
          <a:sym typeface="HSE Sans"/>
        </a:defRPr>
      </a:lvl6pPr>
      <a:lvl7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F2C68"/>
          </a:solidFill>
          <a:uFillTx/>
          <a:latin typeface="HSE Sans"/>
          <a:ea typeface="HSE Sans"/>
          <a:cs typeface="HSE Sans"/>
          <a:sym typeface="HSE Sans"/>
        </a:defRPr>
      </a:lvl7pPr>
      <a:lvl8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F2C68"/>
          </a:solidFill>
          <a:uFillTx/>
          <a:latin typeface="HSE Sans"/>
          <a:ea typeface="HSE Sans"/>
          <a:cs typeface="HSE Sans"/>
          <a:sym typeface="HSE Sans"/>
        </a:defRPr>
      </a:lvl8pPr>
      <a:lvl9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F2C68"/>
          </a:solidFill>
          <a:uFillTx/>
          <a:latin typeface="HSE Sans"/>
          <a:ea typeface="HSE Sans"/>
          <a:cs typeface="HSE Sans"/>
          <a:sym typeface="HSE Sans"/>
        </a:defRPr>
      </a:lvl9pPr>
    </p:titleStyle>
    <p:bodyStyle>
      <a:lvl1pPr marL="0" marR="0" indent="0" algn="l" defTabSz="914400" latinLnBrk="0">
        <a:lnSpc>
          <a:spcPct val="100000"/>
        </a:lnSpc>
        <a:spcBef>
          <a:spcPts val="1200"/>
        </a:spcBef>
        <a:spcAft>
          <a:spcPts val="0"/>
        </a:spcAft>
        <a:buClrTx/>
        <a:buSzTx/>
        <a:buFontTx/>
        <a:buNone/>
        <a:tabLst/>
        <a:defRPr b="0" baseline="0" cap="none" i="0" spc="0" strike="noStrike" sz="1300" u="none">
          <a:solidFill>
            <a:srgbClr val="0E2D69"/>
          </a:solidFill>
          <a:uFillTx/>
          <a:latin typeface="HSE Sans"/>
          <a:ea typeface="HSE Sans"/>
          <a:cs typeface="HSE Sans"/>
          <a:sym typeface="HSE Sans"/>
        </a:defRPr>
      </a:lvl1pPr>
      <a:lvl2pPr marL="0" marR="0" indent="0" algn="l" defTabSz="914400" latinLnBrk="0">
        <a:lnSpc>
          <a:spcPct val="100000"/>
        </a:lnSpc>
        <a:spcBef>
          <a:spcPts val="1200"/>
        </a:spcBef>
        <a:spcAft>
          <a:spcPts val="0"/>
        </a:spcAft>
        <a:buClrTx/>
        <a:buSzTx/>
        <a:buFontTx/>
        <a:buNone/>
        <a:tabLst/>
        <a:defRPr b="0" baseline="0" cap="none" i="0" spc="0" strike="noStrike" sz="1300" u="none">
          <a:solidFill>
            <a:srgbClr val="0E2D69"/>
          </a:solidFill>
          <a:uFillTx/>
          <a:latin typeface="HSE Sans"/>
          <a:ea typeface="HSE Sans"/>
          <a:cs typeface="HSE Sans"/>
          <a:sym typeface="HSE Sans"/>
        </a:defRPr>
      </a:lvl2pPr>
      <a:lvl3pPr marL="0" marR="0" indent="0" algn="l" defTabSz="914400" latinLnBrk="0">
        <a:lnSpc>
          <a:spcPct val="100000"/>
        </a:lnSpc>
        <a:spcBef>
          <a:spcPts val="1200"/>
        </a:spcBef>
        <a:spcAft>
          <a:spcPts val="0"/>
        </a:spcAft>
        <a:buClrTx/>
        <a:buSzTx/>
        <a:buFontTx/>
        <a:buNone/>
        <a:tabLst/>
        <a:defRPr b="0" baseline="0" cap="none" i="0" spc="0" strike="noStrike" sz="1300" u="none">
          <a:solidFill>
            <a:srgbClr val="0E2D69"/>
          </a:solidFill>
          <a:uFillTx/>
          <a:latin typeface="HSE Sans"/>
          <a:ea typeface="HSE Sans"/>
          <a:cs typeface="HSE Sans"/>
          <a:sym typeface="HSE Sans"/>
        </a:defRPr>
      </a:lvl3pPr>
      <a:lvl4pPr marL="0" marR="0" indent="0" algn="l" defTabSz="914400" latinLnBrk="0">
        <a:lnSpc>
          <a:spcPct val="100000"/>
        </a:lnSpc>
        <a:spcBef>
          <a:spcPts val="1200"/>
        </a:spcBef>
        <a:spcAft>
          <a:spcPts val="0"/>
        </a:spcAft>
        <a:buClrTx/>
        <a:buSzTx/>
        <a:buFontTx/>
        <a:buNone/>
        <a:tabLst/>
        <a:defRPr b="0" baseline="0" cap="none" i="0" spc="0" strike="noStrike" sz="1300" u="none">
          <a:solidFill>
            <a:srgbClr val="0E2D69"/>
          </a:solidFill>
          <a:uFillTx/>
          <a:latin typeface="HSE Sans"/>
          <a:ea typeface="HSE Sans"/>
          <a:cs typeface="HSE Sans"/>
          <a:sym typeface="HSE Sans"/>
        </a:defRPr>
      </a:lvl4pPr>
      <a:lvl5pPr marL="0" marR="0" indent="0" algn="l" defTabSz="914400" latinLnBrk="0">
        <a:lnSpc>
          <a:spcPct val="100000"/>
        </a:lnSpc>
        <a:spcBef>
          <a:spcPts val="1200"/>
        </a:spcBef>
        <a:spcAft>
          <a:spcPts val="0"/>
        </a:spcAft>
        <a:buClrTx/>
        <a:buSzTx/>
        <a:buFontTx/>
        <a:buNone/>
        <a:tabLst/>
        <a:defRPr b="0" baseline="0" cap="none" i="0" spc="0" strike="noStrike" sz="1300" u="none">
          <a:solidFill>
            <a:srgbClr val="0E2D69"/>
          </a:solidFill>
          <a:uFillTx/>
          <a:latin typeface="HSE Sans"/>
          <a:ea typeface="HSE Sans"/>
          <a:cs typeface="HSE Sans"/>
          <a:sym typeface="HSE Sans"/>
        </a:defRPr>
      </a:lvl5pPr>
      <a:lvl6pPr marL="2451100" marR="0" indent="-165100" algn="l" defTabSz="914400" latinLnBrk="0">
        <a:lnSpc>
          <a:spcPct val="100000"/>
        </a:lnSpc>
        <a:spcBef>
          <a:spcPts val="1200"/>
        </a:spcBef>
        <a:spcAft>
          <a:spcPts val="0"/>
        </a:spcAft>
        <a:buClrTx/>
        <a:buSzPct val="100000"/>
        <a:buFontTx/>
        <a:buChar char="•"/>
        <a:tabLst/>
        <a:defRPr b="0" baseline="0" cap="none" i="0" spc="0" strike="noStrike" sz="1300" u="none">
          <a:solidFill>
            <a:srgbClr val="0E2D69"/>
          </a:solidFill>
          <a:uFillTx/>
          <a:latin typeface="HSE Sans"/>
          <a:ea typeface="HSE Sans"/>
          <a:cs typeface="HSE Sans"/>
          <a:sym typeface="HSE Sans"/>
        </a:defRPr>
      </a:lvl6pPr>
      <a:lvl7pPr marL="2908300" marR="0" indent="-165100" algn="l" defTabSz="914400" latinLnBrk="0">
        <a:lnSpc>
          <a:spcPct val="100000"/>
        </a:lnSpc>
        <a:spcBef>
          <a:spcPts val="1200"/>
        </a:spcBef>
        <a:spcAft>
          <a:spcPts val="0"/>
        </a:spcAft>
        <a:buClrTx/>
        <a:buSzPct val="100000"/>
        <a:buFontTx/>
        <a:buChar char="•"/>
        <a:tabLst/>
        <a:defRPr b="0" baseline="0" cap="none" i="0" spc="0" strike="noStrike" sz="1300" u="none">
          <a:solidFill>
            <a:srgbClr val="0E2D69"/>
          </a:solidFill>
          <a:uFillTx/>
          <a:latin typeface="HSE Sans"/>
          <a:ea typeface="HSE Sans"/>
          <a:cs typeface="HSE Sans"/>
          <a:sym typeface="HSE Sans"/>
        </a:defRPr>
      </a:lvl7pPr>
      <a:lvl8pPr marL="3365500" marR="0" indent="-165100" algn="l" defTabSz="914400" latinLnBrk="0">
        <a:lnSpc>
          <a:spcPct val="100000"/>
        </a:lnSpc>
        <a:spcBef>
          <a:spcPts val="1200"/>
        </a:spcBef>
        <a:spcAft>
          <a:spcPts val="0"/>
        </a:spcAft>
        <a:buClrTx/>
        <a:buSzPct val="100000"/>
        <a:buFontTx/>
        <a:buChar char="•"/>
        <a:tabLst/>
        <a:defRPr b="0" baseline="0" cap="none" i="0" spc="0" strike="noStrike" sz="1300" u="none">
          <a:solidFill>
            <a:srgbClr val="0E2D69"/>
          </a:solidFill>
          <a:uFillTx/>
          <a:latin typeface="HSE Sans"/>
          <a:ea typeface="HSE Sans"/>
          <a:cs typeface="HSE Sans"/>
          <a:sym typeface="HSE Sans"/>
        </a:defRPr>
      </a:lvl8pPr>
      <a:lvl9pPr marL="3822700" marR="0" indent="-165100" algn="l" defTabSz="914400" latinLnBrk="0">
        <a:lnSpc>
          <a:spcPct val="100000"/>
        </a:lnSpc>
        <a:spcBef>
          <a:spcPts val="1200"/>
        </a:spcBef>
        <a:spcAft>
          <a:spcPts val="0"/>
        </a:spcAft>
        <a:buClrTx/>
        <a:buSzPct val="100000"/>
        <a:buFontTx/>
        <a:buChar char="•"/>
        <a:tabLst/>
        <a:defRPr b="0" baseline="0" cap="none" i="0" spc="0" strike="noStrike" sz="1300" u="none">
          <a:solidFill>
            <a:srgbClr val="0E2D69"/>
          </a:solidFill>
          <a:uFillTx/>
          <a:latin typeface="HSE Sans"/>
          <a:ea typeface="HSE Sans"/>
          <a:cs typeface="HSE Sans"/>
          <a:sym typeface="HSE Sans"/>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HSE Sans"/>
        </a:defRPr>
      </a:lvl1pPr>
      <a:lvl2pPr marL="0" marR="0" indent="0" algn="l"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HSE Sans"/>
        </a:defRPr>
      </a:lvl2pPr>
      <a:lvl3pPr marL="0" marR="0" indent="0" algn="l"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HSE Sans"/>
        </a:defRPr>
      </a:lvl3pPr>
      <a:lvl4pPr marL="0" marR="0" indent="0" algn="l"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HSE Sans"/>
        </a:defRPr>
      </a:lvl4pPr>
      <a:lvl5pPr marL="0" marR="0" indent="0" algn="l"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HSE Sans"/>
        </a:defRPr>
      </a:lvl5pPr>
      <a:lvl6pPr marL="0" marR="0" indent="0" algn="l"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HSE Sans"/>
        </a:defRPr>
      </a:lvl6pPr>
      <a:lvl7pPr marL="0" marR="0" indent="0" algn="l"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HSE Sans"/>
        </a:defRPr>
      </a:lvl7pPr>
      <a:lvl8pPr marL="0" marR="0" indent="0" algn="l"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HSE Sans"/>
        </a:defRPr>
      </a:lvl8pPr>
      <a:lvl9pPr marL="0" marR="0" indent="0" algn="l" defTabSz="9144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HSE San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Заголовок 1"/>
          <p:cNvSpPr txBox="1"/>
          <p:nvPr>
            <p:ph type="ctrTitle"/>
          </p:nvPr>
        </p:nvSpPr>
        <p:spPr>
          <a:xfrm>
            <a:off x="1027967" y="2068801"/>
            <a:ext cx="7634059" cy="1978326"/>
          </a:xfrm>
          <a:prstGeom prst="rect">
            <a:avLst/>
          </a:prstGeom>
        </p:spPr>
        <p:txBody>
          <a:bodyPr/>
          <a:lstStyle/>
          <a:p>
            <a:pPr/>
            <a:r>
              <a:t>Управление инвестиционным   портфелем</a:t>
            </a:r>
          </a:p>
        </p:txBody>
      </p:sp>
      <p:sp>
        <p:nvSpPr>
          <p:cNvPr id="233" name="Текст 2"/>
          <p:cNvSpPr txBox="1"/>
          <p:nvPr>
            <p:ph type="subTitle" sz="quarter" idx="1"/>
          </p:nvPr>
        </p:nvSpPr>
        <p:spPr>
          <a:xfrm>
            <a:off x="2074945" y="1187840"/>
            <a:ext cx="3848720" cy="435164"/>
          </a:xfrm>
          <a:prstGeom prst="rect">
            <a:avLst/>
          </a:prstGeom>
        </p:spPr>
        <p:txBody>
          <a:bodyPr/>
          <a:lstStyle/>
          <a:p>
            <a:pPr/>
            <a:r>
              <a:t>Факультет компьютерных наук</a:t>
            </a:r>
          </a:p>
        </p:txBody>
      </p:sp>
      <p:sp>
        <p:nvSpPr>
          <p:cNvPr id="234" name="Текст 3"/>
          <p:cNvSpPr/>
          <p:nvPr>
            <p:ph type="body" idx="21"/>
          </p:nvPr>
        </p:nvSpPr>
        <p:spPr>
          <a:prstGeom prst="rect">
            <a:avLst/>
          </a:prstGeom>
          <a:extLst>
            <a:ext uri="{C572A759-6A51-4108-AA02-DFA0A04FC94B}">
              <ma14:wrappingTextBoxFlag xmlns:ma14="http://schemas.microsoft.com/office/mac/drawingml/2011/main" val="1"/>
            </a:ext>
          </a:extLst>
        </p:spPr>
        <p:txBody>
          <a:bodyPr/>
          <a:lstStyle/>
          <a:p>
            <a:pPr/>
            <a:r>
              <a:t>Финансовые технологии и анализ данных</a:t>
            </a:r>
          </a:p>
        </p:txBody>
      </p:sp>
      <p:sp>
        <p:nvSpPr>
          <p:cNvPr id="235" name="Текст 4"/>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Москва, 2026</a:t>
            </a:r>
          </a:p>
        </p:txBody>
      </p:sp>
      <p:sp>
        <p:nvSpPr>
          <p:cNvPr id="236" name="Текст 5"/>
          <p:cNvSpPr/>
          <p:nvPr>
            <p:ph type="body" idx="23"/>
          </p:nvPr>
        </p:nvSpPr>
        <p:spPr>
          <a:xfrm>
            <a:off x="1027965" y="4478913"/>
            <a:ext cx="6287353" cy="1371493"/>
          </a:xfrm>
          <a:prstGeom prst="rect">
            <a:avLst/>
          </a:prstGeom>
          <a:extLst>
            <a:ext uri="{C572A759-6A51-4108-AA02-DFA0A04FC94B}">
              <ma14:wrappingTextBoxFlag xmlns:ma14="http://schemas.microsoft.com/office/mac/drawingml/2011/main" val="1"/>
            </a:ext>
          </a:extLst>
        </p:spPr>
        <p:txBody>
          <a:bodyPr/>
          <a:lstStyle/>
          <a:p>
            <a:pPr>
              <a:lnSpc>
                <a:spcPct val="80000"/>
              </a:lnSpc>
              <a:defRPr sz="1700"/>
            </a:pPr>
            <a:r>
              <a:t>Исаева Диана</a:t>
            </a:r>
          </a:p>
          <a:p>
            <a:pPr>
              <a:lnSpc>
                <a:spcPct val="80000"/>
              </a:lnSpc>
              <a:defRPr sz="1700"/>
            </a:pPr>
          </a:p>
          <a:p>
            <a:pPr>
              <a:lnSpc>
                <a:spcPct val="80000"/>
              </a:lnSpc>
              <a:defRPr sz="1700"/>
            </a:pPr>
            <a:r>
              <a:t>Кунаева Илана</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TextBox 10"/>
          <p:cNvSpPr txBox="1"/>
          <p:nvPr>
            <p:ph type="sldNum" sz="quarter" idx="4294967295"/>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39" name="Заголовок 1"/>
          <p:cNvSpPr txBox="1"/>
          <p:nvPr>
            <p:ph type="title"/>
          </p:nvPr>
        </p:nvSpPr>
        <p:spPr>
          <a:xfrm>
            <a:off x="585896" y="1208727"/>
            <a:ext cx="11057957" cy="586262"/>
          </a:xfrm>
          <a:prstGeom prst="rect">
            <a:avLst/>
          </a:prstGeom>
        </p:spPr>
        <p:txBody>
          <a:bodyPr/>
          <a:lstStyle/>
          <a:p>
            <a:pPr/>
            <a:r>
              <a:t>Данные</a:t>
            </a:r>
          </a:p>
        </p:txBody>
      </p:sp>
      <p:sp>
        <p:nvSpPr>
          <p:cNvPr id="240" name="Текст 3"/>
          <p:cNvSpPr txBox="1"/>
          <p:nvPr>
            <p:ph type="body" sz="quarter" idx="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stStyle>
          <a:p>
            <a:pPr/>
            <a:r>
              <a:t>Финансовые технологии и анализ данных</a:t>
            </a:r>
          </a:p>
        </p:txBody>
      </p:sp>
      <p:sp>
        <p:nvSpPr>
          <p:cNvPr id="241" name="Текст 4"/>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pic>
        <p:nvPicPr>
          <p:cNvPr id="242" name="Рисунок 2" descr="Рисунок 2"/>
          <p:cNvPicPr>
            <a:picLocks noChangeAspect="1"/>
          </p:cNvPicPr>
          <p:nvPr/>
        </p:nvPicPr>
        <p:blipFill>
          <a:blip r:embed="rId2">
            <a:extLst/>
          </a:blip>
          <a:stretch>
            <a:fillRect/>
          </a:stretch>
        </p:blipFill>
        <p:spPr>
          <a:xfrm>
            <a:off x="585896" y="2166636"/>
            <a:ext cx="9187065" cy="2293068"/>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TextBox 10"/>
          <p:cNvSpPr txBox="1"/>
          <p:nvPr>
            <p:ph type="sldNum" sz="quarter" idx="4294967295"/>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5" name="Заголовок 1"/>
          <p:cNvSpPr txBox="1"/>
          <p:nvPr>
            <p:ph type="title"/>
          </p:nvPr>
        </p:nvSpPr>
        <p:spPr>
          <a:xfrm>
            <a:off x="585896" y="1208727"/>
            <a:ext cx="11057957" cy="586262"/>
          </a:xfrm>
          <a:prstGeom prst="rect">
            <a:avLst/>
          </a:prstGeom>
        </p:spPr>
        <p:txBody>
          <a:bodyPr/>
          <a:lstStyle/>
          <a:p>
            <a:pPr/>
            <a:r>
              <a:t>Векторы доходностей и ковариационные матрицы</a:t>
            </a:r>
          </a:p>
        </p:txBody>
      </p:sp>
      <p:sp>
        <p:nvSpPr>
          <p:cNvPr id="246" name="Текст 3"/>
          <p:cNvSpPr txBox="1"/>
          <p:nvPr>
            <p:ph type="body" sz="quarter" idx="1"/>
          </p:nvPr>
        </p:nvSpPr>
        <p:spPr>
          <a:xfrm>
            <a:off x="1143689" y="540902"/>
            <a:ext cx="1901826" cy="415927"/>
          </a:xfrm>
          <a:prstGeom prst="rect">
            <a:avLst/>
          </a:prstGeom>
        </p:spPr>
        <p:txBody>
          <a:bodyPr numCol="1" spcCol="38100"/>
          <a:lstStyle>
            <a:lvl1pPr>
              <a:spcBef>
                <a:spcPts val="0"/>
              </a:spcBef>
              <a:defRPr sz="1000">
                <a:solidFill>
                  <a:srgbClr val="0F2C68"/>
                </a:solidFill>
              </a:defRPr>
            </a:lvl1pPr>
          </a:lstStyle>
          <a:p>
            <a:pPr/>
            <a:r>
              <a:t>Финансовые технологии и анализ данных</a:t>
            </a:r>
          </a:p>
        </p:txBody>
      </p:sp>
      <p:sp>
        <p:nvSpPr>
          <p:cNvPr id="247" name="Текст 4"/>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graphicFrame>
        <p:nvGraphicFramePr>
          <p:cNvPr id="248" name="Tаблица 1"/>
          <p:cNvGraphicFramePr/>
          <p:nvPr/>
        </p:nvGraphicFramePr>
        <p:xfrm>
          <a:off x="926014" y="1932602"/>
          <a:ext cx="10339971" cy="928704"/>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5169985"/>
                <a:gridCol w="5169985"/>
              </a:tblGrid>
              <a:tr h="267047">
                <a:tc>
                  <a:txBody>
                    <a:bodyPr/>
                    <a:lstStyle/>
                    <a:p>
                      <a:pPr algn="ctr">
                        <a:defRPr b="0" sz="1800">
                          <a:solidFill>
                            <a:srgbClr val="000000"/>
                          </a:solidFill>
                        </a:defRPr>
                      </a:pPr>
                      <a:r>
                        <a:rPr b="1">
                          <a:solidFill>
                            <a:srgbClr val="FFFFFF"/>
                          </a:solidFill>
                          <a:sym typeface="Calibri"/>
                        </a:rPr>
                        <a:t>Скользящее окно</a:t>
                      </a:r>
                    </a:p>
                  </a:txBody>
                  <a:tcPr marL="0" marR="0" marT="0" marB="0" anchor="t" anchorCtr="0" horzOverflow="overflow"/>
                </a:tc>
                <a:tc>
                  <a:txBody>
                    <a:bodyPr/>
                    <a:lstStyle/>
                    <a:p>
                      <a:pPr algn="ctr">
                        <a:defRPr b="0" sz="1800">
                          <a:solidFill>
                            <a:srgbClr val="000000"/>
                          </a:solidFill>
                        </a:defRPr>
                      </a:pPr>
                      <a:r>
                        <a:rPr b="1">
                          <a:solidFill>
                            <a:srgbClr val="FFFFFF"/>
                          </a:solidFill>
                          <a:sym typeface="Calibri"/>
                        </a:rPr>
                        <a:t>Расширяющее окно</a:t>
                      </a:r>
                    </a:p>
                  </a:txBody>
                  <a:tcPr marL="0" marR="0" marT="0" marB="0" anchor="t" anchorCtr="0" horzOverflow="overflow"/>
                </a:tc>
              </a:tr>
              <a:tr h="661656">
                <a:tc>
                  <a:txBody>
                    <a:bodyPr/>
                    <a:lstStyle/>
                    <a:p>
                      <a:pPr marL="180472" indent="-180472">
                        <a:buSzPct val="100000"/>
                        <a:buChar char="•"/>
                        <a:defRPr sz="1800">
                          <a:sym typeface="Calibri"/>
                        </a:defRPr>
                      </a:pPr>
                      <a:r>
                        <a:t>Количество окон = 10</a:t>
                      </a:r>
                    </a:p>
                    <a:p>
                      <a:pPr marL="180472" indent="-180472">
                        <a:buSzPct val="100000"/>
                        <a:buChar char="•"/>
                        <a:defRPr sz="1800">
                          <a:sym typeface="Calibri"/>
                        </a:defRPr>
                      </a:pPr>
                      <a:r>
                        <a:t>Размер одного ~ 251</a:t>
                      </a:r>
                    </a:p>
                    <a:p>
                      <a:pPr marL="180472" indent="-180472">
                        <a:buSzPct val="100000"/>
                        <a:buChar char="•"/>
                        <a:defRPr sz="1800">
                          <a:sym typeface="Calibri"/>
                        </a:defRPr>
                      </a:pPr>
                      <a:r>
                        <a:t>Быстрее адаптируется</a:t>
                      </a:r>
                    </a:p>
                  </a:txBody>
                  <a:tcPr marL="0" marR="0" marT="0" marB="0" anchor="t" anchorCtr="0" horzOverflow="overflow"/>
                </a:tc>
                <a:tc>
                  <a:txBody>
                    <a:bodyPr/>
                    <a:lstStyle/>
                    <a:p>
                      <a:pPr marL="180472" indent="-180472">
                        <a:buSzPct val="100000"/>
                        <a:buChar char="•"/>
                        <a:defRPr sz="1800">
                          <a:sym typeface="Calibri"/>
                        </a:defRPr>
                      </a:pPr>
                      <a:r>
                        <a:t>Количество окон = 10</a:t>
                      </a:r>
                    </a:p>
                    <a:p>
                      <a:pPr marL="180472" indent="-180472">
                        <a:buSzPct val="100000"/>
                        <a:buChar char="•"/>
                        <a:defRPr sz="1800">
                          <a:sym typeface="Calibri"/>
                        </a:defRPr>
                      </a:pPr>
                      <a:r>
                        <a:t>Окно 1 = 251, …, Окно 10 = 2475</a:t>
                      </a:r>
                    </a:p>
                    <a:p>
                      <a:pPr marL="180472" indent="-180472">
                        <a:buSzPct val="100000"/>
                        <a:buChar char="•"/>
                        <a:defRPr sz="1800">
                          <a:sym typeface="Calibri"/>
                        </a:defRPr>
                      </a:pPr>
                      <a:r>
                        <a:t>Более стабильно</a:t>
                      </a:r>
                    </a:p>
                  </a:txBody>
                  <a:tcPr marL="0" marR="0" marT="0" marB="0" anchor="t" anchorCtr="0" horzOverflow="overflow"/>
                </a:tc>
              </a:tr>
            </a:tbl>
          </a:graphicData>
        </a:graphic>
      </p:graphicFrame>
      <p:pic>
        <p:nvPicPr>
          <p:cNvPr id="249" name="вставленный-фильм.png" descr="вставленный-фильм.png"/>
          <p:cNvPicPr>
            <a:picLocks noChangeAspect="1"/>
          </p:cNvPicPr>
          <p:nvPr/>
        </p:nvPicPr>
        <p:blipFill>
          <a:blip r:embed="rId2">
            <a:extLst/>
          </a:blip>
          <a:stretch>
            <a:fillRect/>
          </a:stretch>
        </p:blipFill>
        <p:spPr>
          <a:xfrm>
            <a:off x="2574418" y="3188511"/>
            <a:ext cx="7080913" cy="3463825"/>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TextBox 10"/>
          <p:cNvSpPr txBox="1"/>
          <p:nvPr>
            <p:ph type="sldNum" sz="quarter" idx="4294967295"/>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2" name="Заголовок 1"/>
          <p:cNvSpPr txBox="1"/>
          <p:nvPr>
            <p:ph type="title"/>
          </p:nvPr>
        </p:nvSpPr>
        <p:spPr>
          <a:xfrm>
            <a:off x="585898" y="1447790"/>
            <a:ext cx="5245561" cy="777027"/>
          </a:xfrm>
          <a:prstGeom prst="rect">
            <a:avLst/>
          </a:prstGeom>
        </p:spPr>
        <p:txBody>
          <a:bodyPr/>
          <a:lstStyle/>
          <a:p>
            <a:pPr/>
            <a:r>
              <a:t>* Экспоненциальное забывание</a:t>
            </a:r>
          </a:p>
        </p:txBody>
      </p:sp>
      <p:sp>
        <p:nvSpPr>
          <p:cNvPr id="253" name="Текст 2"/>
          <p:cNvSpPr txBox="1"/>
          <p:nvPr>
            <p:ph type="body" sz="half" idx="1"/>
          </p:nvPr>
        </p:nvSpPr>
        <p:spPr>
          <a:xfrm>
            <a:off x="3834650" y="2081321"/>
            <a:ext cx="8020989" cy="3813989"/>
          </a:xfrm>
          <a:prstGeom prst="rect">
            <a:avLst/>
          </a:prstGeom>
        </p:spPr>
        <p:txBody>
          <a:bodyPr/>
          <a:lstStyle/>
          <a:p>
            <a:pPr defTabSz="365759">
              <a:spcBef>
                <a:spcPts val="400"/>
              </a:spcBef>
              <a:defRPr sz="800"/>
            </a:pPr>
          </a:p>
        </p:txBody>
      </p:sp>
      <p:pic>
        <p:nvPicPr>
          <p:cNvPr id="254" name="вставленный-фильм.png" descr="вставленный-фильм.png"/>
          <p:cNvPicPr>
            <a:picLocks noChangeAspect="1"/>
          </p:cNvPicPr>
          <p:nvPr/>
        </p:nvPicPr>
        <p:blipFill>
          <a:blip r:embed="rId2">
            <a:extLst/>
          </a:blip>
          <a:stretch>
            <a:fillRect/>
          </a:stretch>
        </p:blipFill>
        <p:spPr>
          <a:xfrm>
            <a:off x="3834650" y="2081321"/>
            <a:ext cx="7731474" cy="3809873"/>
          </a:xfrm>
          <a:prstGeom prst="rect">
            <a:avLst/>
          </a:prstGeom>
          <a:ln w="12700">
            <a:miter lim="400000"/>
          </a:ln>
        </p:spPr>
      </p:pic>
      <p:sp>
        <p:nvSpPr>
          <p:cNvPr id="255" name="Текст 3"/>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Финансовые технологии и анализ данных</a:t>
            </a:r>
          </a:p>
        </p:txBody>
      </p:sp>
      <p:sp>
        <p:nvSpPr>
          <p:cNvPr id="256" name="Текст 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257" name="Скользящее окно (1 год)…"/>
          <p:cNvSpPr txBox="1"/>
          <p:nvPr/>
        </p:nvSpPr>
        <p:spPr>
          <a:xfrm>
            <a:off x="846764" y="3116407"/>
            <a:ext cx="3873469" cy="6251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180472" indent="-180472">
              <a:buSzPct val="100000"/>
              <a:buChar char="•"/>
              <a:defRPr>
                <a:latin typeface="+mj-lt"/>
                <a:ea typeface="+mj-ea"/>
                <a:cs typeface="+mj-cs"/>
                <a:sym typeface="Calibri"/>
              </a:defRPr>
            </a:pPr>
            <a:r>
              <a:t>Скользящее окно (1 год)</a:t>
            </a:r>
          </a:p>
          <a:p>
            <a:pPr marL="180472" indent="-180472">
              <a:buSzPct val="100000"/>
              <a:buChar char="•"/>
              <a:defRPr>
                <a:latin typeface="+mj-lt"/>
                <a:ea typeface="+mj-ea"/>
                <a:cs typeface="+mj-cs"/>
                <a:sym typeface="Calibri"/>
              </a:defRPr>
            </a:pPr>
            <a:r>
              <a:t>Lambda = 0.94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TextBox 10"/>
          <p:cNvSpPr txBox="1"/>
          <p:nvPr>
            <p:ph type="sldNum" sz="quarter" idx="4294967295"/>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0" name="Заголовок 1"/>
          <p:cNvSpPr txBox="1"/>
          <p:nvPr>
            <p:ph type="title"/>
          </p:nvPr>
        </p:nvSpPr>
        <p:spPr>
          <a:xfrm>
            <a:off x="585897" y="1447790"/>
            <a:ext cx="11830693" cy="777027"/>
          </a:xfrm>
          <a:prstGeom prst="rect">
            <a:avLst/>
          </a:prstGeom>
        </p:spPr>
        <p:txBody>
          <a:bodyPr/>
          <a:lstStyle/>
          <a:p>
            <a:pPr/>
            <a:r>
              <a:t>Анализ влияния ограничений в optimizer на границу эффективных портфелей</a:t>
            </a:r>
          </a:p>
        </p:txBody>
      </p:sp>
      <p:sp>
        <p:nvSpPr>
          <p:cNvPr id="261" name="Текст 3"/>
          <p:cNvSpPr txBox="1"/>
          <p:nvPr>
            <p:ph type="body" sz="quarter" idx="1"/>
          </p:nvPr>
        </p:nvSpPr>
        <p:spPr>
          <a:xfrm>
            <a:off x="1143689" y="540902"/>
            <a:ext cx="1901826" cy="415927"/>
          </a:xfrm>
          <a:prstGeom prst="rect">
            <a:avLst/>
          </a:prstGeom>
        </p:spPr>
        <p:txBody>
          <a:bodyPr/>
          <a:lstStyle>
            <a:lvl1pPr>
              <a:spcBef>
                <a:spcPts val="0"/>
              </a:spcBef>
              <a:defRPr sz="1000">
                <a:solidFill>
                  <a:srgbClr val="0F2C68"/>
                </a:solidFill>
              </a:defRPr>
            </a:lvl1pPr>
          </a:lstStyle>
          <a:p>
            <a:pPr/>
            <a:r>
              <a:t>Финансовые технологии и анализ данных</a:t>
            </a:r>
          </a:p>
        </p:txBody>
      </p:sp>
      <p:sp>
        <p:nvSpPr>
          <p:cNvPr id="262" name="Текст 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263" name="Скользящее окно (1 год)…"/>
          <p:cNvSpPr txBox="1"/>
          <p:nvPr/>
        </p:nvSpPr>
        <p:spPr>
          <a:xfrm>
            <a:off x="620743" y="2224816"/>
            <a:ext cx="3873469" cy="20856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180472" indent="-180472">
              <a:buSzPct val="100000"/>
              <a:buChar char="•"/>
              <a:defRPr>
                <a:latin typeface="+mj-lt"/>
                <a:ea typeface="+mj-ea"/>
                <a:cs typeface="+mj-cs"/>
                <a:sym typeface="Calibri"/>
              </a:defRPr>
            </a:pPr>
            <a:r>
              <a:t>Скользящее окно (1 год)</a:t>
            </a:r>
          </a:p>
          <a:p>
            <a:pPr marL="180472" indent="-180472">
              <a:buSzPct val="100000"/>
              <a:buChar char="•"/>
              <a:defRPr>
                <a:latin typeface="+mj-lt"/>
                <a:ea typeface="+mj-ea"/>
                <a:cs typeface="+mj-cs"/>
                <a:sym typeface="Calibri"/>
              </a:defRPr>
            </a:pPr>
            <a:r>
              <a:t>Lambda = 0.94</a:t>
            </a:r>
          </a:p>
          <a:p>
            <a:pPr marL="180472" indent="-180472">
              <a:buSzPct val="100000"/>
              <a:buChar char="•"/>
              <a:defRPr>
                <a:latin typeface="+mj-lt"/>
                <a:ea typeface="+mj-ea"/>
                <a:cs typeface="+mj-cs"/>
                <a:sym typeface="Calibri"/>
              </a:defRPr>
            </a:pPr>
          </a:p>
          <a:p>
            <a:pPr marL="180472" indent="-180472">
              <a:buSzPct val="100000"/>
              <a:buChar char="•"/>
              <a:defRPr>
                <a:latin typeface="+mj-lt"/>
                <a:ea typeface="+mj-ea"/>
                <a:cs typeface="+mj-cs"/>
                <a:sym typeface="Calibri"/>
              </a:defRPr>
            </a:pPr>
            <a:r>
              <a:t>5 - без ограничений на short</a:t>
            </a:r>
          </a:p>
          <a:p>
            <a:pPr marL="180472" indent="-180472">
              <a:buSzPct val="100000"/>
              <a:buChar char="•"/>
              <a:defRPr>
                <a:latin typeface="+mj-lt"/>
                <a:ea typeface="+mj-ea"/>
                <a:cs typeface="+mj-cs"/>
                <a:sym typeface="Calibri"/>
              </a:defRPr>
            </a:pPr>
            <a:r>
              <a:t>6 - short не ниже -25%</a:t>
            </a:r>
          </a:p>
          <a:p>
            <a:pPr marL="180472" indent="-180472">
              <a:buSzPct val="100000"/>
              <a:buChar char="•"/>
              <a:defRPr>
                <a:latin typeface="+mj-lt"/>
                <a:ea typeface="+mj-ea"/>
                <a:cs typeface="+mj-cs"/>
                <a:sym typeface="Calibri"/>
              </a:defRPr>
            </a:pPr>
            <a:r>
              <a:t>7 - без short</a:t>
            </a:r>
          </a:p>
          <a:p>
            <a:pPr marL="180472" indent="-180472">
              <a:buSzPct val="100000"/>
              <a:buChar char="•"/>
              <a:defRPr>
                <a:latin typeface="+mj-lt"/>
                <a:ea typeface="+mj-ea"/>
                <a:cs typeface="+mj-cs"/>
                <a:sym typeface="Calibri"/>
              </a:defRPr>
            </a:pPr>
            <a:r>
              <a:t>8 - минимум 2% в каждую акцию</a:t>
            </a:r>
          </a:p>
        </p:txBody>
      </p:sp>
      <p:pic>
        <p:nvPicPr>
          <p:cNvPr id="264" name="Рисунок 2" descr="Рисунок 2"/>
          <p:cNvPicPr>
            <a:picLocks noChangeAspect="1"/>
          </p:cNvPicPr>
          <p:nvPr/>
        </p:nvPicPr>
        <p:blipFill>
          <a:blip r:embed="rId2">
            <a:extLst/>
          </a:blip>
          <a:stretch>
            <a:fillRect/>
          </a:stretch>
        </p:blipFill>
        <p:spPr>
          <a:xfrm>
            <a:off x="4742915" y="1902633"/>
            <a:ext cx="6828342" cy="4743106"/>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TextBox 10"/>
          <p:cNvSpPr txBox="1"/>
          <p:nvPr>
            <p:ph type="sldNum" sz="quarter" idx="4294967295"/>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7" name="Заголовок 1"/>
          <p:cNvSpPr txBox="1"/>
          <p:nvPr>
            <p:ph type="title"/>
          </p:nvPr>
        </p:nvSpPr>
        <p:spPr>
          <a:xfrm>
            <a:off x="585898" y="1447790"/>
            <a:ext cx="10136545" cy="777027"/>
          </a:xfrm>
          <a:prstGeom prst="rect">
            <a:avLst/>
          </a:prstGeom>
        </p:spPr>
        <p:txBody>
          <a:bodyPr/>
          <a:lstStyle/>
          <a:p>
            <a:pPr/>
            <a:r>
              <a:t>Анализ стабильности во времени границы эффективных портфелей</a:t>
            </a:r>
          </a:p>
        </p:txBody>
      </p:sp>
      <p:sp>
        <p:nvSpPr>
          <p:cNvPr id="268" name="Текст 3"/>
          <p:cNvSpPr txBox="1"/>
          <p:nvPr>
            <p:ph type="body" sz="quarter" idx="1"/>
          </p:nvPr>
        </p:nvSpPr>
        <p:spPr>
          <a:xfrm>
            <a:off x="1143689" y="540902"/>
            <a:ext cx="1901826" cy="415927"/>
          </a:xfrm>
          <a:prstGeom prst="rect">
            <a:avLst/>
          </a:prstGeom>
        </p:spPr>
        <p:txBody>
          <a:bodyPr/>
          <a:lstStyle>
            <a:lvl1pPr>
              <a:spcBef>
                <a:spcPts val="0"/>
              </a:spcBef>
              <a:defRPr sz="1000">
                <a:solidFill>
                  <a:srgbClr val="0F2C68"/>
                </a:solidFill>
              </a:defRPr>
            </a:lvl1pPr>
          </a:lstStyle>
          <a:p>
            <a:pPr/>
            <a:r>
              <a:t>Финансовые технологии и анализ данных</a:t>
            </a:r>
          </a:p>
        </p:txBody>
      </p:sp>
      <p:sp>
        <p:nvSpPr>
          <p:cNvPr id="269" name="Текст 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270" name="Динамика изменения границы эффективных портфелей"/>
          <p:cNvSpPr txBox="1"/>
          <p:nvPr/>
        </p:nvSpPr>
        <p:spPr>
          <a:xfrm>
            <a:off x="547434" y="1965132"/>
            <a:ext cx="8778303" cy="370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solidFill>
                  <a:srgbClr val="0E2D69"/>
                </a:solidFill>
                <a:latin typeface="HSE Sans"/>
                <a:ea typeface="HSE Sans"/>
                <a:cs typeface="HSE Sans"/>
                <a:sym typeface="HSE Sans"/>
              </a:defRPr>
            </a:lvl1pPr>
          </a:lstStyle>
          <a:p>
            <a:pPr/>
            <a:r>
              <a:t>Динамика изменения границы эффективных портфелей</a:t>
            </a:r>
          </a:p>
        </p:txBody>
      </p:sp>
      <p:pic>
        <p:nvPicPr>
          <p:cNvPr id="271" name="Picture 3" descr="Picture 3"/>
          <p:cNvPicPr>
            <a:picLocks noChangeAspect="1"/>
          </p:cNvPicPr>
          <p:nvPr/>
        </p:nvPicPr>
        <p:blipFill>
          <a:blip r:embed="rId2">
            <a:extLst/>
          </a:blip>
          <a:stretch>
            <a:fillRect/>
          </a:stretch>
        </p:blipFill>
        <p:spPr>
          <a:xfrm>
            <a:off x="345448" y="3094003"/>
            <a:ext cx="5782050" cy="3279456"/>
          </a:xfrm>
          <a:prstGeom prst="rect">
            <a:avLst/>
          </a:prstGeom>
          <a:ln w="12700">
            <a:miter lim="400000"/>
          </a:ln>
        </p:spPr>
      </p:pic>
      <p:pic>
        <p:nvPicPr>
          <p:cNvPr id="272" name="вставленный-фильм.png" descr="вставленный-фильм.png"/>
          <p:cNvPicPr>
            <a:picLocks noChangeAspect="1"/>
          </p:cNvPicPr>
          <p:nvPr/>
        </p:nvPicPr>
        <p:blipFill>
          <a:blip r:embed="rId3">
            <a:extLst/>
          </a:blip>
          <a:srcRect l="0" t="0" r="0" b="930"/>
          <a:stretch>
            <a:fillRect/>
          </a:stretch>
        </p:blipFill>
        <p:spPr>
          <a:xfrm>
            <a:off x="6237170" y="3094004"/>
            <a:ext cx="5781884" cy="3274361"/>
          </a:xfrm>
          <a:prstGeom prst="rect">
            <a:avLst/>
          </a:prstGeom>
          <a:ln w="12700">
            <a:miter lim="400000"/>
          </a:ln>
        </p:spPr>
      </p:pic>
      <p:sp>
        <p:nvSpPr>
          <p:cNvPr id="273" name="Скользящее окно"/>
          <p:cNvSpPr txBox="1"/>
          <p:nvPr/>
        </p:nvSpPr>
        <p:spPr>
          <a:xfrm>
            <a:off x="2340547" y="2492867"/>
            <a:ext cx="1791849" cy="333086"/>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a:latin typeface="+mj-lt"/>
                <a:ea typeface="+mj-ea"/>
                <a:cs typeface="+mj-cs"/>
                <a:sym typeface="Calibri"/>
              </a:defRPr>
            </a:lvl1pPr>
          </a:lstStyle>
          <a:p>
            <a:pPr/>
            <a:r>
              <a:t>Скользящее окно</a:t>
            </a:r>
          </a:p>
        </p:txBody>
      </p:sp>
      <p:sp>
        <p:nvSpPr>
          <p:cNvPr id="274" name="Расширяющее окно"/>
          <p:cNvSpPr txBox="1"/>
          <p:nvPr/>
        </p:nvSpPr>
        <p:spPr>
          <a:xfrm>
            <a:off x="8113403" y="2492867"/>
            <a:ext cx="2029603" cy="333086"/>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a:latin typeface="+mj-lt"/>
                <a:ea typeface="+mj-ea"/>
                <a:cs typeface="+mj-cs"/>
                <a:sym typeface="Calibri"/>
              </a:defRPr>
            </a:lvl1pPr>
          </a:lstStyle>
          <a:p>
            <a:pPr/>
            <a:r>
              <a:t>Расширяющее окно</a:t>
            </a:r>
          </a:p>
        </p:txBody>
      </p:sp>
      <p:sp>
        <p:nvSpPr>
          <p:cNvPr id="275" name="Линия"/>
          <p:cNvSpPr/>
          <p:nvPr/>
        </p:nvSpPr>
        <p:spPr>
          <a:xfrm flipV="1">
            <a:off x="6182333" y="2503927"/>
            <a:ext cx="2" cy="3903701"/>
          </a:xfrm>
          <a:prstGeom prst="line">
            <a:avLst/>
          </a:prstGeom>
          <a:ln w="25400">
            <a:solidFill>
              <a:schemeClr val="accent1"/>
            </a:solidFill>
            <a:miter lim="400000"/>
          </a:ln>
        </p:spPr>
        <p:txBody>
          <a:bodyPr lIns="45718" tIns="45718" rIns="45718" bIns="45718"/>
          <a:lstStyle/>
          <a:p>
            <a:pPr/>
          </a:p>
        </p:txBody>
      </p:sp>
      <p:sp>
        <p:nvSpPr>
          <p:cNvPr id="276" name="Линия"/>
          <p:cNvSpPr/>
          <p:nvPr/>
        </p:nvSpPr>
        <p:spPr>
          <a:xfrm flipH="1" flipV="1">
            <a:off x="721853" y="2959979"/>
            <a:ext cx="10920962" cy="2"/>
          </a:xfrm>
          <a:prstGeom prst="line">
            <a:avLst/>
          </a:prstGeom>
          <a:ln w="25400">
            <a:solidFill>
              <a:schemeClr val="accent1"/>
            </a:solidFill>
            <a:miter lim="400000"/>
          </a:ln>
        </p:spPr>
        <p:txBody>
          <a:bodyPr lIns="45718" tIns="45718" rIns="45718" bIns="45718"/>
          <a:lstStyle/>
          <a:p>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TextBox 10"/>
          <p:cNvSpPr txBox="1"/>
          <p:nvPr>
            <p:ph type="sldNum" sz="quarter" idx="4294967295"/>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9" name="Заголовок 1"/>
          <p:cNvSpPr txBox="1"/>
          <p:nvPr>
            <p:ph type="title"/>
          </p:nvPr>
        </p:nvSpPr>
        <p:spPr>
          <a:xfrm>
            <a:off x="585898" y="1447790"/>
            <a:ext cx="10136545" cy="777027"/>
          </a:xfrm>
          <a:prstGeom prst="rect">
            <a:avLst/>
          </a:prstGeom>
        </p:spPr>
        <p:txBody>
          <a:bodyPr/>
          <a:lstStyle/>
          <a:p>
            <a:pPr/>
            <a:r>
              <a:t>Анализ стабильности во времени границы эффективных портфелей</a:t>
            </a:r>
          </a:p>
        </p:txBody>
      </p:sp>
      <p:sp>
        <p:nvSpPr>
          <p:cNvPr id="280" name="Текст 3"/>
          <p:cNvSpPr txBox="1"/>
          <p:nvPr>
            <p:ph type="body" sz="quarter" idx="1"/>
          </p:nvPr>
        </p:nvSpPr>
        <p:spPr>
          <a:xfrm>
            <a:off x="1143689" y="540902"/>
            <a:ext cx="1901826" cy="415927"/>
          </a:xfrm>
          <a:prstGeom prst="rect">
            <a:avLst/>
          </a:prstGeom>
        </p:spPr>
        <p:txBody>
          <a:bodyPr/>
          <a:lstStyle>
            <a:lvl1pPr>
              <a:spcBef>
                <a:spcPts val="0"/>
              </a:spcBef>
              <a:defRPr sz="1000">
                <a:solidFill>
                  <a:srgbClr val="0F2C68"/>
                </a:solidFill>
              </a:defRPr>
            </a:lvl1pPr>
          </a:lstStyle>
          <a:p>
            <a:pPr/>
            <a:r>
              <a:t>Финансовые технологии и анализ данных</a:t>
            </a:r>
          </a:p>
        </p:txBody>
      </p:sp>
      <p:sp>
        <p:nvSpPr>
          <p:cNvPr id="281" name="Текст 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282" name="Динамика изменения границы эффективных портфелей"/>
          <p:cNvSpPr txBox="1"/>
          <p:nvPr/>
        </p:nvSpPr>
        <p:spPr>
          <a:xfrm>
            <a:off x="547434" y="1965132"/>
            <a:ext cx="8778303" cy="370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solidFill>
                  <a:srgbClr val="0E2D69"/>
                </a:solidFill>
                <a:latin typeface="HSE Sans"/>
                <a:ea typeface="HSE Sans"/>
                <a:cs typeface="HSE Sans"/>
                <a:sym typeface="HSE Sans"/>
              </a:defRPr>
            </a:lvl1pPr>
          </a:lstStyle>
          <a:p>
            <a:pPr/>
            <a:r>
              <a:t>Динамика изменения границы эффективных портфелей</a:t>
            </a:r>
          </a:p>
        </p:txBody>
      </p:sp>
      <p:sp>
        <p:nvSpPr>
          <p:cNvPr id="283" name="Экспоненциальное забывание со скользящим окном"/>
          <p:cNvSpPr txBox="1"/>
          <p:nvPr/>
        </p:nvSpPr>
        <p:spPr>
          <a:xfrm>
            <a:off x="697235" y="3116407"/>
            <a:ext cx="3444348" cy="6251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latin typeface="+mj-lt"/>
                <a:ea typeface="+mj-ea"/>
                <a:cs typeface="+mj-cs"/>
                <a:sym typeface="Calibri"/>
              </a:defRPr>
            </a:lvl1pPr>
          </a:lstStyle>
          <a:p>
            <a:pPr/>
            <a:r>
              <a:t>Экспоненциальное забывание со скользящим окном</a:t>
            </a:r>
          </a:p>
        </p:txBody>
      </p:sp>
      <p:pic>
        <p:nvPicPr>
          <p:cNvPr id="284" name="вставленный-фильм.png" descr="вставленный-фильм.png"/>
          <p:cNvPicPr>
            <a:picLocks noChangeAspect="1"/>
          </p:cNvPicPr>
          <p:nvPr/>
        </p:nvPicPr>
        <p:blipFill>
          <a:blip r:embed="rId2">
            <a:extLst/>
          </a:blip>
          <a:srcRect l="0" t="0" r="0" b="1067"/>
          <a:stretch>
            <a:fillRect/>
          </a:stretch>
        </p:blipFill>
        <p:spPr>
          <a:xfrm>
            <a:off x="4665481" y="2376482"/>
            <a:ext cx="7382224" cy="4196025"/>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6" name="TextBox 10"/>
          <p:cNvSpPr txBox="1"/>
          <p:nvPr>
            <p:ph type="sldNum" sz="quarter" idx="4294967295"/>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7" name="Заголовок 1"/>
          <p:cNvSpPr txBox="1"/>
          <p:nvPr>
            <p:ph type="title"/>
          </p:nvPr>
        </p:nvSpPr>
        <p:spPr>
          <a:xfrm>
            <a:off x="585898" y="1447790"/>
            <a:ext cx="10136545" cy="777027"/>
          </a:xfrm>
          <a:prstGeom prst="rect">
            <a:avLst/>
          </a:prstGeom>
        </p:spPr>
        <p:txBody>
          <a:bodyPr/>
          <a:lstStyle/>
          <a:p>
            <a:pPr/>
            <a:r>
              <a:t>Анализ стабильности во времени границы эффективных портфелей</a:t>
            </a:r>
          </a:p>
        </p:txBody>
      </p:sp>
      <p:sp>
        <p:nvSpPr>
          <p:cNvPr id="288" name="Текст 3"/>
          <p:cNvSpPr txBox="1"/>
          <p:nvPr>
            <p:ph type="body" sz="quarter" idx="1"/>
          </p:nvPr>
        </p:nvSpPr>
        <p:spPr>
          <a:xfrm>
            <a:off x="1143689" y="540902"/>
            <a:ext cx="1901826" cy="415927"/>
          </a:xfrm>
          <a:prstGeom prst="rect">
            <a:avLst/>
          </a:prstGeom>
        </p:spPr>
        <p:txBody>
          <a:bodyPr/>
          <a:lstStyle>
            <a:lvl1pPr>
              <a:spcBef>
                <a:spcPts val="0"/>
              </a:spcBef>
              <a:defRPr sz="1000">
                <a:solidFill>
                  <a:srgbClr val="0F2C68"/>
                </a:solidFill>
              </a:defRPr>
            </a:lvl1pPr>
          </a:lstStyle>
          <a:p>
            <a:pPr/>
            <a:r>
              <a:t>Финансовые технологии и анализ данных</a:t>
            </a:r>
          </a:p>
        </p:txBody>
      </p:sp>
      <p:sp>
        <p:nvSpPr>
          <p:cNvPr id="289" name="Текст 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290" name="Сравнение методов: скользящее окно, расширяющее окно, экспоненциальное забывание"/>
          <p:cNvSpPr txBox="1"/>
          <p:nvPr/>
        </p:nvSpPr>
        <p:spPr>
          <a:xfrm>
            <a:off x="547434" y="1965132"/>
            <a:ext cx="8778303" cy="650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solidFill>
                  <a:srgbClr val="0E2D69"/>
                </a:solidFill>
                <a:latin typeface="HSE Sans"/>
                <a:ea typeface="HSE Sans"/>
                <a:cs typeface="HSE Sans"/>
                <a:sym typeface="HSE Sans"/>
              </a:defRPr>
            </a:lvl1pPr>
          </a:lstStyle>
          <a:p>
            <a:pPr/>
            <a:r>
              <a:t>Сравнение методов: скользящее окно, расширяющее окно, экспоненциальное забывание</a:t>
            </a:r>
          </a:p>
        </p:txBody>
      </p:sp>
      <p:pic>
        <p:nvPicPr>
          <p:cNvPr id="291" name="вставленный-фильм.png" descr="вставленный-фильм.png"/>
          <p:cNvPicPr>
            <a:picLocks noChangeAspect="1"/>
          </p:cNvPicPr>
          <p:nvPr/>
        </p:nvPicPr>
        <p:blipFill>
          <a:blip r:embed="rId2">
            <a:extLst/>
          </a:blip>
          <a:stretch>
            <a:fillRect/>
          </a:stretch>
        </p:blipFill>
        <p:spPr>
          <a:xfrm>
            <a:off x="205606" y="3130074"/>
            <a:ext cx="5515792" cy="2310238"/>
          </a:xfrm>
          <a:prstGeom prst="rect">
            <a:avLst/>
          </a:prstGeom>
          <a:ln w="12700">
            <a:miter lim="400000"/>
          </a:ln>
        </p:spPr>
      </p:pic>
      <p:pic>
        <p:nvPicPr>
          <p:cNvPr id="292" name="вставленный-фильм.png" descr="вставленный-фильм.png"/>
          <p:cNvPicPr>
            <a:picLocks noChangeAspect="1"/>
          </p:cNvPicPr>
          <p:nvPr/>
        </p:nvPicPr>
        <p:blipFill>
          <a:blip r:embed="rId3">
            <a:extLst/>
          </a:blip>
          <a:stretch>
            <a:fillRect/>
          </a:stretch>
        </p:blipFill>
        <p:spPr>
          <a:xfrm>
            <a:off x="5854532" y="2979956"/>
            <a:ext cx="6132399" cy="261047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4" name="TextBox 10"/>
          <p:cNvSpPr txBox="1"/>
          <p:nvPr>
            <p:ph type="sldNum" sz="quarter" idx="4294967295"/>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95" name="Заголовок 1"/>
          <p:cNvSpPr txBox="1"/>
          <p:nvPr>
            <p:ph type="title"/>
          </p:nvPr>
        </p:nvSpPr>
        <p:spPr>
          <a:xfrm>
            <a:off x="585898" y="1447790"/>
            <a:ext cx="10136545" cy="777027"/>
          </a:xfrm>
          <a:prstGeom prst="rect">
            <a:avLst/>
          </a:prstGeom>
        </p:spPr>
        <p:txBody>
          <a:bodyPr/>
          <a:lstStyle/>
          <a:p>
            <a:pPr/>
            <a:r>
              <a:t>Сравнение различных подходов к оценке входящих данных для optimizer</a:t>
            </a:r>
          </a:p>
        </p:txBody>
      </p:sp>
      <p:sp>
        <p:nvSpPr>
          <p:cNvPr id="296" name="Текст 3"/>
          <p:cNvSpPr txBox="1"/>
          <p:nvPr>
            <p:ph type="body" sz="quarter" idx="1"/>
          </p:nvPr>
        </p:nvSpPr>
        <p:spPr>
          <a:xfrm>
            <a:off x="1143689" y="540902"/>
            <a:ext cx="1901826" cy="415927"/>
          </a:xfrm>
          <a:prstGeom prst="rect">
            <a:avLst/>
          </a:prstGeom>
        </p:spPr>
        <p:txBody>
          <a:bodyPr/>
          <a:lstStyle>
            <a:lvl1pPr>
              <a:spcBef>
                <a:spcPts val="0"/>
              </a:spcBef>
              <a:defRPr sz="1000">
                <a:solidFill>
                  <a:srgbClr val="0F2C68"/>
                </a:solidFill>
              </a:defRPr>
            </a:lvl1pPr>
          </a:lstStyle>
          <a:p>
            <a:pPr/>
            <a:r>
              <a:t>Финансовые технологии и анализ данных</a:t>
            </a:r>
          </a:p>
        </p:txBody>
      </p:sp>
      <p:sp>
        <p:nvSpPr>
          <p:cNvPr id="297" name="Текст 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298" name="Линия"/>
          <p:cNvSpPr/>
          <p:nvPr/>
        </p:nvSpPr>
        <p:spPr>
          <a:xfrm flipV="1">
            <a:off x="6182333" y="2503927"/>
            <a:ext cx="2" cy="3903701"/>
          </a:xfrm>
          <a:prstGeom prst="line">
            <a:avLst/>
          </a:prstGeom>
          <a:ln w="25400">
            <a:solidFill>
              <a:schemeClr val="accent1"/>
            </a:solidFill>
            <a:miter lim="400000"/>
          </a:ln>
        </p:spPr>
        <p:txBody>
          <a:bodyPr lIns="45718" tIns="45718" rIns="45718" bIns="45718"/>
          <a:lstStyle/>
          <a:p>
            <a:pPr/>
          </a:p>
        </p:txBody>
      </p:sp>
      <p:sp>
        <p:nvSpPr>
          <p:cNvPr id="299" name="Линия"/>
          <p:cNvSpPr/>
          <p:nvPr/>
        </p:nvSpPr>
        <p:spPr>
          <a:xfrm flipH="1" flipV="1">
            <a:off x="721852" y="3109643"/>
            <a:ext cx="10920962" cy="2"/>
          </a:xfrm>
          <a:prstGeom prst="line">
            <a:avLst/>
          </a:prstGeom>
          <a:ln w="25400">
            <a:solidFill>
              <a:schemeClr val="accent1"/>
            </a:solidFill>
            <a:miter lim="400000"/>
          </a:ln>
        </p:spPr>
        <p:txBody>
          <a:bodyPr lIns="45718" tIns="45718" rIns="45718" bIns="45718"/>
          <a:lstStyle/>
          <a:p>
            <a:pPr/>
          </a:p>
        </p:txBody>
      </p:sp>
      <p:sp>
        <p:nvSpPr>
          <p:cNvPr id="300" name="Индекс для расчета исторически скорректированных β"/>
          <p:cNvSpPr txBox="1"/>
          <p:nvPr/>
        </p:nvSpPr>
        <p:spPr>
          <a:xfrm>
            <a:off x="939069" y="2348286"/>
            <a:ext cx="5086744" cy="6251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a:latin typeface="+mj-lt"/>
                <a:ea typeface="+mj-ea"/>
                <a:cs typeface="+mj-cs"/>
                <a:sym typeface="Calibri"/>
              </a:defRPr>
            </a:lvl1pPr>
          </a:lstStyle>
          <a:p>
            <a:pPr/>
            <a:r>
              <a:t>Индекс для расчета исторически скорректированных β</a:t>
            </a:r>
          </a:p>
        </p:txBody>
      </p:sp>
      <p:sp>
        <p:nvSpPr>
          <p:cNvPr id="301" name="Историческое окно и схема взвешивания наблюдений"/>
          <p:cNvSpPr txBox="1"/>
          <p:nvPr/>
        </p:nvSpPr>
        <p:spPr>
          <a:xfrm>
            <a:off x="6946004" y="2348286"/>
            <a:ext cx="4030730" cy="6251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a:latin typeface="+mj-lt"/>
                <a:ea typeface="+mj-ea"/>
                <a:cs typeface="+mj-cs"/>
                <a:sym typeface="Calibri"/>
              </a:defRPr>
            </a:lvl1pPr>
          </a:lstStyle>
          <a:p>
            <a:pPr/>
            <a:r>
              <a:t>Историческое окно и схема взвешивания наблюдений </a:t>
            </a:r>
          </a:p>
        </p:txBody>
      </p:sp>
      <p:sp>
        <p:nvSpPr>
          <p:cNvPr id="302" name="Выбранный индекс: Индекс Мосбиржи (IMOEX)…"/>
          <p:cNvSpPr txBox="1"/>
          <p:nvPr/>
        </p:nvSpPr>
        <p:spPr>
          <a:xfrm>
            <a:off x="939069" y="3245816"/>
            <a:ext cx="5086744" cy="20856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a:latin typeface="+mj-lt"/>
                <a:ea typeface="+mj-ea"/>
                <a:cs typeface="+mj-cs"/>
                <a:sym typeface="Calibri"/>
              </a:defRPr>
            </a:pPr>
            <a:r>
              <a:t>Выбранный индекс:</a:t>
            </a:r>
            <a:r>
              <a:rPr b="0"/>
              <a:t> Индекс Мосбиржи (IMOEX)</a:t>
            </a:r>
          </a:p>
          <a:p>
            <a:pPr>
              <a:defRPr>
                <a:latin typeface="+mj-lt"/>
                <a:ea typeface="+mj-ea"/>
                <a:cs typeface="+mj-cs"/>
                <a:sym typeface="Calibri"/>
              </a:defRPr>
            </a:pPr>
          </a:p>
          <a:p>
            <a:pPr>
              <a:defRPr b="1">
                <a:latin typeface="+mj-lt"/>
                <a:ea typeface="+mj-ea"/>
                <a:cs typeface="+mj-cs"/>
                <a:sym typeface="Calibri"/>
              </a:defRPr>
            </a:pPr>
            <a:r>
              <a:t>Почему?</a:t>
            </a:r>
          </a:p>
          <a:p>
            <a:pPr marL="240631" indent="-240631">
              <a:buSzPct val="100000"/>
              <a:buAutoNum type="arabicPeriod" startAt="1"/>
              <a:defRPr>
                <a:latin typeface="+mj-lt"/>
                <a:ea typeface="+mj-ea"/>
                <a:cs typeface="+mj-cs"/>
                <a:sym typeface="Calibri"/>
              </a:defRPr>
            </a:pPr>
            <a:r>
              <a:t>Репрезентативность российского рынка</a:t>
            </a:r>
          </a:p>
          <a:p>
            <a:pPr marL="240631" indent="-240631">
              <a:buSzPct val="100000"/>
              <a:buAutoNum type="arabicPeriod" startAt="1"/>
              <a:defRPr>
                <a:latin typeface="+mj-lt"/>
                <a:ea typeface="+mj-ea"/>
                <a:cs typeface="+mj-cs"/>
                <a:sym typeface="Calibri"/>
              </a:defRPr>
            </a:pPr>
            <a:r>
              <a:t>Соответствие данным</a:t>
            </a:r>
          </a:p>
          <a:p>
            <a:pPr marL="240631" indent="-240631">
              <a:buSzPct val="100000"/>
              <a:buAutoNum type="arabicPeriod" startAt="1"/>
              <a:defRPr>
                <a:latin typeface="+mj-lt"/>
                <a:ea typeface="+mj-ea"/>
                <a:cs typeface="+mj-cs"/>
                <a:sym typeface="Calibri"/>
              </a:defRPr>
            </a:pPr>
            <a:r>
              <a:t>Расчет в рублях</a:t>
            </a:r>
          </a:p>
          <a:p>
            <a:pPr marL="240631" indent="-240631">
              <a:buSzPct val="100000"/>
              <a:buAutoNum type="arabicPeriod" startAt="1"/>
              <a:defRPr>
                <a:latin typeface="+mj-lt"/>
                <a:ea typeface="+mj-ea"/>
                <a:cs typeface="+mj-cs"/>
                <a:sym typeface="Calibri"/>
              </a:defRPr>
            </a:pPr>
            <a:r>
              <a:t>Доступность</a:t>
            </a:r>
          </a:p>
        </p:txBody>
      </p:sp>
      <p:sp>
        <p:nvSpPr>
          <p:cNvPr id="303" name="Выбранное историческое окно: Скользящее окно длиной в 1 год (252 торговых дня).…"/>
          <p:cNvSpPr txBox="1"/>
          <p:nvPr/>
        </p:nvSpPr>
        <p:spPr>
          <a:xfrm>
            <a:off x="6417998" y="3245816"/>
            <a:ext cx="5086744" cy="23777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a:latin typeface="+mj-lt"/>
                <a:ea typeface="+mj-ea"/>
                <a:cs typeface="+mj-cs"/>
                <a:sym typeface="Calibri"/>
              </a:defRPr>
            </a:pPr>
            <a:r>
              <a:t>Выбранное историческое окно:</a:t>
            </a:r>
            <a:r>
              <a:rPr b="0"/>
              <a:t> Скользящее окно длиной в 1 год (252 торговых дня).</a:t>
            </a:r>
          </a:p>
          <a:p>
            <a:pPr>
              <a:defRPr b="1">
                <a:latin typeface="+mj-lt"/>
                <a:ea typeface="+mj-ea"/>
                <a:cs typeface="+mj-cs"/>
                <a:sym typeface="Calibri"/>
              </a:defRPr>
            </a:pPr>
            <a:r>
              <a:t>Выбранная схема взвешивания:</a:t>
            </a:r>
            <a:r>
              <a:rPr b="0"/>
              <a:t> Равные веса наблюдений (простое скользящее окно).</a:t>
            </a:r>
          </a:p>
          <a:p>
            <a:pPr>
              <a:defRPr>
                <a:latin typeface="+mj-lt"/>
                <a:ea typeface="+mj-ea"/>
                <a:cs typeface="+mj-cs"/>
                <a:sym typeface="Calibri"/>
              </a:defRPr>
            </a:pPr>
          </a:p>
          <a:p>
            <a:pPr>
              <a:defRPr b="1">
                <a:latin typeface="+mj-lt"/>
                <a:ea typeface="+mj-ea"/>
                <a:cs typeface="+mj-cs"/>
                <a:sym typeface="Calibri"/>
              </a:defRPr>
            </a:pPr>
            <a:r>
              <a:t>Почему?</a:t>
            </a:r>
          </a:p>
          <a:p>
            <a:pPr marL="240631" indent="-240631">
              <a:buSzPct val="100000"/>
              <a:buAutoNum type="arabicPeriod" startAt="1"/>
              <a:defRPr>
                <a:latin typeface="+mj-lt"/>
                <a:ea typeface="+mj-ea"/>
                <a:cs typeface="+mj-cs"/>
                <a:sym typeface="Calibri"/>
              </a:defRPr>
            </a:pPr>
            <a:r>
              <a:t>Trade Off между актуальностью и стабильностью</a:t>
            </a:r>
          </a:p>
          <a:p>
            <a:pPr marL="240631" indent="-240631">
              <a:buSzPct val="100000"/>
              <a:buAutoNum type="arabicPeriod" startAt="1"/>
              <a:defRPr>
                <a:latin typeface="+mj-lt"/>
                <a:ea typeface="+mj-ea"/>
                <a:cs typeface="+mj-cs"/>
                <a:sym typeface="Calibri"/>
              </a:defRPr>
            </a:pPr>
            <a:r>
              <a:t>Соответствие методике расчета β </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TextBox 10"/>
          <p:cNvSpPr txBox="1"/>
          <p:nvPr>
            <p:ph type="sldNum" sz="quarter" idx="4294967295"/>
          </p:nvPr>
        </p:nvSpPr>
        <p:spPr>
          <a:xfrm>
            <a:off x="10410201" y="532278"/>
            <a:ext cx="295226"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06" name="Заголовок 1"/>
          <p:cNvSpPr txBox="1"/>
          <p:nvPr>
            <p:ph type="title"/>
          </p:nvPr>
        </p:nvSpPr>
        <p:spPr>
          <a:xfrm>
            <a:off x="585898" y="1447790"/>
            <a:ext cx="10136545" cy="777027"/>
          </a:xfrm>
          <a:prstGeom prst="rect">
            <a:avLst/>
          </a:prstGeom>
        </p:spPr>
        <p:txBody>
          <a:bodyPr/>
          <a:lstStyle/>
          <a:p>
            <a:pPr/>
            <a:r>
              <a:t>Оценка входящих данных для optimizer на основе исторических β</a:t>
            </a:r>
          </a:p>
        </p:txBody>
      </p:sp>
      <p:sp>
        <p:nvSpPr>
          <p:cNvPr id="307" name="Текст 3"/>
          <p:cNvSpPr txBox="1"/>
          <p:nvPr>
            <p:ph type="body" sz="quarter" idx="1"/>
          </p:nvPr>
        </p:nvSpPr>
        <p:spPr>
          <a:xfrm>
            <a:off x="1143689" y="540902"/>
            <a:ext cx="1901826" cy="415927"/>
          </a:xfrm>
          <a:prstGeom prst="rect">
            <a:avLst/>
          </a:prstGeom>
        </p:spPr>
        <p:txBody>
          <a:bodyPr/>
          <a:lstStyle>
            <a:lvl1pPr>
              <a:spcBef>
                <a:spcPts val="0"/>
              </a:spcBef>
              <a:defRPr sz="1000">
                <a:solidFill>
                  <a:srgbClr val="0F2C68"/>
                </a:solidFill>
              </a:defRPr>
            </a:lvl1pPr>
          </a:lstStyle>
          <a:p>
            <a:pPr/>
            <a:r>
              <a:t>Финансовые технологии и анализ данных</a:t>
            </a:r>
          </a:p>
        </p:txBody>
      </p:sp>
      <p:sp>
        <p:nvSpPr>
          <p:cNvPr id="308" name="Текст 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309" name="β-коэффициенты"/>
          <p:cNvSpPr txBox="1"/>
          <p:nvPr/>
        </p:nvSpPr>
        <p:spPr>
          <a:xfrm>
            <a:off x="547434" y="1965132"/>
            <a:ext cx="8778303" cy="370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solidFill>
                  <a:srgbClr val="0E2D69"/>
                </a:solidFill>
                <a:latin typeface="HSE Sans"/>
                <a:ea typeface="HSE Sans"/>
                <a:cs typeface="HSE Sans"/>
                <a:sym typeface="HSE Sans"/>
              </a:defRPr>
            </a:lvl1pPr>
          </a:lstStyle>
          <a:p>
            <a:pPr/>
            <a:r>
              <a:t>β-коэффициенты</a:t>
            </a:r>
          </a:p>
        </p:txBody>
      </p:sp>
      <p:sp>
        <p:nvSpPr>
          <p:cNvPr id="310" name="Среднее значение β: ~1.0 (как ожидается)…"/>
          <p:cNvSpPr txBox="1"/>
          <p:nvPr/>
        </p:nvSpPr>
        <p:spPr>
          <a:xfrm>
            <a:off x="372426" y="3388463"/>
            <a:ext cx="3444351" cy="17935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180472" indent="-180472">
              <a:buSzPct val="100000"/>
              <a:buChar char="•"/>
              <a:defRPr>
                <a:latin typeface="+mj-lt"/>
                <a:ea typeface="+mj-ea"/>
                <a:cs typeface="+mj-cs"/>
                <a:sym typeface="Calibri"/>
              </a:defRPr>
            </a:pPr>
            <a:r>
              <a:t>Среднее значение β: ~1.0 (как ожидается)</a:t>
            </a:r>
          </a:p>
          <a:p>
            <a:pPr marL="180472" indent="-180472">
              <a:buSzPct val="100000"/>
              <a:buChar char="•"/>
              <a:defRPr>
                <a:latin typeface="+mj-lt"/>
                <a:ea typeface="+mj-ea"/>
                <a:cs typeface="+mj-cs"/>
                <a:sym typeface="Calibri"/>
              </a:defRPr>
            </a:pPr>
            <a:r>
              <a:t>Диапазон: 0.14–0.62</a:t>
            </a:r>
          </a:p>
          <a:p>
            <a:pPr marL="180472" indent="-180472">
              <a:buSzPct val="100000"/>
              <a:buChar char="•"/>
              <a:defRPr>
                <a:latin typeface="+mj-lt"/>
                <a:ea typeface="+mj-ea"/>
                <a:cs typeface="+mj-cs"/>
                <a:sym typeface="Calibri"/>
              </a:defRPr>
            </a:pPr>
            <a:r>
              <a:t>Стандартное отклонение ~0.1</a:t>
            </a:r>
          </a:p>
          <a:p>
            <a:pPr marL="180472" indent="-180472">
              <a:buSzPct val="100000"/>
              <a:buChar char="•"/>
              <a:defRPr>
                <a:latin typeface="+mj-lt"/>
                <a:ea typeface="+mj-ea"/>
                <a:cs typeface="+mj-cs"/>
                <a:sym typeface="Calibri"/>
              </a:defRPr>
            </a:pPr>
            <a:r>
              <a:t>Дисперсия: ~0.0001-0.0002 (зависит от периода)</a:t>
            </a:r>
          </a:p>
        </p:txBody>
      </p:sp>
      <p:pic>
        <p:nvPicPr>
          <p:cNvPr id="311" name="вставленный-фильм.png" descr="вставленный-фильм.png"/>
          <p:cNvPicPr>
            <a:picLocks noChangeAspect="1"/>
          </p:cNvPicPr>
          <p:nvPr/>
        </p:nvPicPr>
        <p:blipFill>
          <a:blip r:embed="rId2">
            <a:extLst/>
          </a:blip>
          <a:srcRect l="563" t="0" r="0" b="0"/>
          <a:stretch>
            <a:fillRect/>
          </a:stretch>
        </p:blipFill>
        <p:spPr>
          <a:xfrm>
            <a:off x="3729053" y="2193665"/>
            <a:ext cx="7859835" cy="4481102"/>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TextBox 10"/>
          <p:cNvSpPr txBox="1"/>
          <p:nvPr>
            <p:ph type="sldNum" sz="quarter" idx="4294967295"/>
          </p:nvPr>
        </p:nvSpPr>
        <p:spPr>
          <a:xfrm>
            <a:off x="10410201" y="532278"/>
            <a:ext cx="276498"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14" name="Заголовок 1"/>
          <p:cNvSpPr txBox="1"/>
          <p:nvPr>
            <p:ph type="title"/>
          </p:nvPr>
        </p:nvSpPr>
        <p:spPr>
          <a:xfrm>
            <a:off x="585898" y="1447790"/>
            <a:ext cx="10136545" cy="777027"/>
          </a:xfrm>
          <a:prstGeom prst="rect">
            <a:avLst/>
          </a:prstGeom>
        </p:spPr>
        <p:txBody>
          <a:bodyPr/>
          <a:lstStyle/>
          <a:p>
            <a:pPr/>
            <a:r>
              <a:t>Оценка входящих данных для optimizer на основе скорректированных β</a:t>
            </a:r>
          </a:p>
        </p:txBody>
      </p:sp>
      <p:sp>
        <p:nvSpPr>
          <p:cNvPr id="315" name="Текст 3"/>
          <p:cNvSpPr txBox="1"/>
          <p:nvPr>
            <p:ph type="body" sz="quarter" idx="1"/>
          </p:nvPr>
        </p:nvSpPr>
        <p:spPr>
          <a:xfrm>
            <a:off x="1143689" y="540902"/>
            <a:ext cx="1901826" cy="415927"/>
          </a:xfrm>
          <a:prstGeom prst="rect">
            <a:avLst/>
          </a:prstGeom>
        </p:spPr>
        <p:txBody>
          <a:bodyPr/>
          <a:lstStyle>
            <a:lvl1pPr>
              <a:spcBef>
                <a:spcPts val="0"/>
              </a:spcBef>
              <a:defRPr sz="1000">
                <a:solidFill>
                  <a:srgbClr val="0F2C68"/>
                </a:solidFill>
              </a:defRPr>
            </a:lvl1pPr>
          </a:lstStyle>
          <a:p>
            <a:pPr/>
            <a:r>
              <a:t>Финансовые технологии и анализ данных</a:t>
            </a:r>
          </a:p>
        </p:txBody>
      </p:sp>
      <p:sp>
        <p:nvSpPr>
          <p:cNvPr id="316" name="Текст 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317" name="Среднее значение β: ~1.0 (как ожидается)…"/>
          <p:cNvSpPr txBox="1"/>
          <p:nvPr/>
        </p:nvSpPr>
        <p:spPr>
          <a:xfrm>
            <a:off x="516821" y="2835528"/>
            <a:ext cx="3444350" cy="15014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180472" indent="-180472">
              <a:buSzPct val="100000"/>
              <a:buChar char="•"/>
              <a:defRPr>
                <a:latin typeface="+mj-lt"/>
                <a:ea typeface="+mj-ea"/>
                <a:cs typeface="+mj-cs"/>
                <a:sym typeface="Calibri"/>
              </a:defRPr>
            </a:pPr>
            <a:r>
              <a:t>индекс: IMOEX</a:t>
            </a:r>
          </a:p>
          <a:p>
            <a:pPr marL="180472" indent="-180472">
              <a:buSzPct val="100000"/>
              <a:buChar char="•"/>
              <a:defRPr>
                <a:latin typeface="+mj-lt"/>
                <a:ea typeface="+mj-ea"/>
                <a:cs typeface="+mj-cs"/>
                <a:sym typeface="Calibri"/>
              </a:defRPr>
            </a:pPr>
            <a:r>
              <a:t>окно: скользящее 1 год</a:t>
            </a:r>
          </a:p>
          <a:p>
            <a:pPr marL="180472" indent="-180472">
              <a:buSzPct val="100000"/>
              <a:buChar char="•"/>
              <a:defRPr>
                <a:latin typeface="+mj-lt"/>
                <a:ea typeface="+mj-ea"/>
                <a:cs typeface="+mj-cs"/>
                <a:sym typeface="Calibri"/>
              </a:defRPr>
            </a:pPr>
            <a:r>
              <a:t>схема взвешивания: равные веса наблюдений</a:t>
            </a:r>
          </a:p>
          <a:p>
            <a:pPr marL="180472" indent="-180472">
              <a:buSzPct val="100000"/>
              <a:buChar char="•"/>
              <a:defRPr>
                <a:latin typeface="+mj-lt"/>
                <a:ea typeface="+mj-ea"/>
                <a:cs typeface="+mj-cs"/>
                <a:sym typeface="Calibri"/>
              </a:defRPr>
            </a:pPr>
            <a:r>
              <a:t>шаг в динамике: 1 год</a:t>
            </a:r>
          </a:p>
        </p:txBody>
      </p:sp>
      <p:pic>
        <p:nvPicPr>
          <p:cNvPr id="318" name="Рисунок 2" descr="Рисунок 2"/>
          <p:cNvPicPr>
            <a:picLocks noChangeAspect="1"/>
          </p:cNvPicPr>
          <p:nvPr/>
        </p:nvPicPr>
        <p:blipFill>
          <a:blip r:embed="rId2">
            <a:extLst/>
          </a:blip>
          <a:stretch>
            <a:fillRect/>
          </a:stretch>
        </p:blipFill>
        <p:spPr>
          <a:xfrm>
            <a:off x="3459162" y="3041173"/>
            <a:ext cx="7573433" cy="3486638"/>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TextBox 10"/>
          <p:cNvSpPr txBox="1"/>
          <p:nvPr>
            <p:ph type="sldNum" sz="quarter" idx="4294967295"/>
          </p:nvPr>
        </p:nvSpPr>
        <p:spPr>
          <a:xfrm>
            <a:off x="10410201" y="532278"/>
            <a:ext cx="295226"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21" name="Заголовок 1"/>
          <p:cNvSpPr txBox="1"/>
          <p:nvPr>
            <p:ph type="title"/>
          </p:nvPr>
        </p:nvSpPr>
        <p:spPr>
          <a:xfrm>
            <a:off x="585898" y="1447790"/>
            <a:ext cx="9978268" cy="726451"/>
          </a:xfrm>
          <a:prstGeom prst="rect">
            <a:avLst/>
          </a:prstGeom>
        </p:spPr>
        <p:txBody>
          <a:bodyPr/>
          <a:lstStyle>
            <a:lvl1pPr defTabSz="905255">
              <a:defRPr sz="2376"/>
            </a:lvl1pPr>
          </a:lstStyle>
          <a:p>
            <a:pPr/>
            <a:r>
              <a:t>Оценка входящих данных для optimizer на основе скорректированных β</a:t>
            </a:r>
          </a:p>
        </p:txBody>
      </p:sp>
      <p:sp>
        <p:nvSpPr>
          <p:cNvPr id="322" name="Текст 3"/>
          <p:cNvSpPr txBox="1"/>
          <p:nvPr>
            <p:ph type="body" sz="quarter" idx="1"/>
          </p:nvPr>
        </p:nvSpPr>
        <p:spPr>
          <a:xfrm>
            <a:off x="1143689" y="540902"/>
            <a:ext cx="1901826" cy="415927"/>
          </a:xfrm>
          <a:prstGeom prst="rect">
            <a:avLst/>
          </a:prstGeom>
        </p:spPr>
        <p:txBody>
          <a:bodyPr/>
          <a:lstStyle>
            <a:lvl1pPr>
              <a:spcBef>
                <a:spcPts val="0"/>
              </a:spcBef>
              <a:defRPr sz="1000">
                <a:solidFill>
                  <a:srgbClr val="0F2C68"/>
                </a:solidFill>
              </a:defRPr>
            </a:lvl1pPr>
          </a:lstStyle>
          <a:p>
            <a:pPr/>
            <a:r>
              <a:t>Финансовые технологии и анализ данных</a:t>
            </a:r>
          </a:p>
        </p:txBody>
      </p:sp>
      <p:sp>
        <p:nvSpPr>
          <p:cNvPr id="323" name="Текст 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pic>
        <p:nvPicPr>
          <p:cNvPr id="324" name="Рисунок 3" descr="Рисунок 3"/>
          <p:cNvPicPr>
            <a:picLocks noChangeAspect="1"/>
          </p:cNvPicPr>
          <p:nvPr/>
        </p:nvPicPr>
        <p:blipFill>
          <a:blip r:embed="rId2">
            <a:extLst/>
          </a:blip>
          <a:stretch>
            <a:fillRect/>
          </a:stretch>
        </p:blipFill>
        <p:spPr>
          <a:xfrm>
            <a:off x="6731045" y="1836303"/>
            <a:ext cx="3991398" cy="2556418"/>
          </a:xfrm>
          <a:prstGeom prst="rect">
            <a:avLst/>
          </a:prstGeom>
          <a:ln w="12700">
            <a:miter lim="400000"/>
          </a:ln>
        </p:spPr>
      </p:pic>
      <p:pic>
        <p:nvPicPr>
          <p:cNvPr id="325" name="Рисунок 5" descr="Рисунок 5"/>
          <p:cNvPicPr>
            <a:picLocks noChangeAspect="1"/>
          </p:cNvPicPr>
          <p:nvPr/>
        </p:nvPicPr>
        <p:blipFill>
          <a:blip r:embed="rId3">
            <a:extLst/>
          </a:blip>
          <a:stretch>
            <a:fillRect/>
          </a:stretch>
        </p:blipFill>
        <p:spPr>
          <a:xfrm>
            <a:off x="8910725" y="4477768"/>
            <a:ext cx="2998951" cy="1973833"/>
          </a:xfrm>
          <a:prstGeom prst="rect">
            <a:avLst/>
          </a:prstGeom>
          <a:ln w="12700">
            <a:miter lim="400000"/>
          </a:ln>
        </p:spPr>
      </p:pic>
      <p:pic>
        <p:nvPicPr>
          <p:cNvPr id="326" name="Рисунок 7" descr="Рисунок 7"/>
          <p:cNvPicPr>
            <a:picLocks noChangeAspect="1"/>
          </p:cNvPicPr>
          <p:nvPr/>
        </p:nvPicPr>
        <p:blipFill>
          <a:blip r:embed="rId4">
            <a:extLst/>
          </a:blip>
          <a:stretch>
            <a:fillRect/>
          </a:stretch>
        </p:blipFill>
        <p:spPr>
          <a:xfrm>
            <a:off x="5834376" y="4477768"/>
            <a:ext cx="2998951" cy="2021320"/>
          </a:xfrm>
          <a:prstGeom prst="rect">
            <a:avLst/>
          </a:prstGeom>
          <a:ln w="12700">
            <a:miter lim="400000"/>
          </a:ln>
        </p:spPr>
      </p:pic>
      <p:pic>
        <p:nvPicPr>
          <p:cNvPr id="327" name="Рисунок 13" descr="Рисунок 13"/>
          <p:cNvPicPr>
            <a:picLocks noChangeAspect="1"/>
          </p:cNvPicPr>
          <p:nvPr/>
        </p:nvPicPr>
        <p:blipFill>
          <a:blip r:embed="rId5">
            <a:extLst/>
          </a:blip>
          <a:stretch>
            <a:fillRect/>
          </a:stretch>
        </p:blipFill>
        <p:spPr>
          <a:xfrm>
            <a:off x="945707" y="3695970"/>
            <a:ext cx="4199615" cy="2803117"/>
          </a:xfrm>
          <a:prstGeom prst="rect">
            <a:avLst/>
          </a:prstGeom>
          <a:ln w="12700">
            <a:miter lim="400000"/>
          </a:ln>
        </p:spPr>
      </p:pic>
      <p:sp>
        <p:nvSpPr>
          <p:cNvPr id="328" name="Среднее значение β: ~1.0 (как ожидается)…"/>
          <p:cNvSpPr txBox="1"/>
          <p:nvPr/>
        </p:nvSpPr>
        <p:spPr>
          <a:xfrm>
            <a:off x="585897" y="2451602"/>
            <a:ext cx="5835224" cy="6251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latin typeface="+mj-lt"/>
                <a:ea typeface="+mj-ea"/>
                <a:cs typeface="+mj-cs"/>
                <a:sym typeface="Calibri"/>
              </a:defRPr>
            </a:lvl1pPr>
          </a:lstStyle>
          <a:p>
            <a:pPr/>
            <a:r>
              <a:t>Эффективная граница и ее динамика на основе скорректированных β</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0" name="TextBox 10"/>
          <p:cNvSpPr txBox="1"/>
          <p:nvPr>
            <p:ph type="sldNum" sz="quarter" idx="4294967295"/>
          </p:nvPr>
        </p:nvSpPr>
        <p:spPr>
          <a:xfrm>
            <a:off x="10410201" y="532278"/>
            <a:ext cx="295226"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31" name="Заголовок 1"/>
          <p:cNvSpPr txBox="1"/>
          <p:nvPr>
            <p:ph type="title"/>
          </p:nvPr>
        </p:nvSpPr>
        <p:spPr>
          <a:xfrm>
            <a:off x="585898" y="1440326"/>
            <a:ext cx="10136545" cy="777027"/>
          </a:xfrm>
          <a:prstGeom prst="rect">
            <a:avLst/>
          </a:prstGeom>
        </p:spPr>
        <p:txBody>
          <a:bodyPr/>
          <a:lstStyle/>
          <a:p>
            <a:pPr/>
            <a:r>
              <a:t>Оценка входящих данных для optimizer на основе скорректированных β</a:t>
            </a:r>
          </a:p>
        </p:txBody>
      </p:sp>
      <p:sp>
        <p:nvSpPr>
          <p:cNvPr id="332" name="Текст 3"/>
          <p:cNvSpPr txBox="1"/>
          <p:nvPr>
            <p:ph type="body" sz="quarter" idx="1"/>
          </p:nvPr>
        </p:nvSpPr>
        <p:spPr>
          <a:xfrm>
            <a:off x="1143689" y="540902"/>
            <a:ext cx="1901826" cy="415927"/>
          </a:xfrm>
          <a:prstGeom prst="rect">
            <a:avLst/>
          </a:prstGeom>
        </p:spPr>
        <p:txBody>
          <a:bodyPr/>
          <a:lstStyle>
            <a:lvl1pPr>
              <a:spcBef>
                <a:spcPts val="0"/>
              </a:spcBef>
              <a:defRPr sz="1000">
                <a:solidFill>
                  <a:srgbClr val="0F2C68"/>
                </a:solidFill>
              </a:defRPr>
            </a:lvl1pPr>
          </a:lstStyle>
          <a:p>
            <a:pPr/>
            <a:r>
              <a:t>Финансовые технологии и анализ данных</a:t>
            </a:r>
          </a:p>
        </p:txBody>
      </p:sp>
      <p:sp>
        <p:nvSpPr>
          <p:cNvPr id="333" name="Текст 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334" name="Среднее значение β: ~1.0 (как ожидается)…"/>
          <p:cNvSpPr txBox="1"/>
          <p:nvPr/>
        </p:nvSpPr>
        <p:spPr>
          <a:xfrm>
            <a:off x="631948" y="2326377"/>
            <a:ext cx="3444351" cy="9172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180472" indent="-180472">
              <a:buSzPct val="100000"/>
              <a:buChar char="•"/>
              <a:defRPr>
                <a:latin typeface="+mj-lt"/>
                <a:ea typeface="+mj-ea"/>
                <a:cs typeface="+mj-cs"/>
                <a:sym typeface="Calibri"/>
              </a:defRPr>
            </a:pPr>
            <a:r>
              <a:t>historical returns</a:t>
            </a:r>
          </a:p>
          <a:p>
            <a:pPr marL="180472" indent="-180472">
              <a:buSzPct val="100000"/>
              <a:buChar char="•"/>
              <a:defRPr>
                <a:latin typeface="+mj-lt"/>
                <a:ea typeface="+mj-ea"/>
                <a:cs typeface="+mj-cs"/>
                <a:sym typeface="Calibri"/>
              </a:defRPr>
            </a:pPr>
            <a:r>
              <a:t>historical betas</a:t>
            </a:r>
          </a:p>
          <a:p>
            <a:pPr marL="180472" indent="-180472">
              <a:buSzPct val="100000"/>
              <a:buChar char="•"/>
              <a:defRPr>
                <a:latin typeface="+mj-lt"/>
                <a:ea typeface="+mj-ea"/>
                <a:cs typeface="+mj-cs"/>
                <a:sym typeface="Calibri"/>
              </a:defRPr>
            </a:pPr>
            <a:r>
              <a:t>adjusted betas</a:t>
            </a:r>
          </a:p>
        </p:txBody>
      </p:sp>
      <p:pic>
        <p:nvPicPr>
          <p:cNvPr id="335" name="Рисунок 2" descr="Рисунок 2"/>
          <p:cNvPicPr>
            <a:picLocks noChangeAspect="1"/>
          </p:cNvPicPr>
          <p:nvPr/>
        </p:nvPicPr>
        <p:blipFill>
          <a:blip r:embed="rId2">
            <a:extLst/>
          </a:blip>
          <a:stretch>
            <a:fillRect/>
          </a:stretch>
        </p:blipFill>
        <p:spPr>
          <a:xfrm>
            <a:off x="353115" y="3352687"/>
            <a:ext cx="4391605" cy="3041437"/>
          </a:xfrm>
          <a:prstGeom prst="rect">
            <a:avLst/>
          </a:prstGeom>
          <a:ln w="12700">
            <a:miter lim="400000"/>
          </a:ln>
        </p:spPr>
      </p:pic>
      <p:pic>
        <p:nvPicPr>
          <p:cNvPr id="336" name="Рисунок 6" descr="Рисунок 6"/>
          <p:cNvPicPr>
            <a:picLocks noChangeAspect="1"/>
          </p:cNvPicPr>
          <p:nvPr/>
        </p:nvPicPr>
        <p:blipFill>
          <a:blip r:embed="rId3">
            <a:extLst/>
          </a:blip>
          <a:stretch>
            <a:fillRect/>
          </a:stretch>
        </p:blipFill>
        <p:spPr>
          <a:xfrm>
            <a:off x="4801827" y="2820598"/>
            <a:ext cx="6804275" cy="2264411"/>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TextBox 10"/>
          <p:cNvSpPr txBox="1"/>
          <p:nvPr>
            <p:ph type="sldNum" sz="quarter" idx="4294967295"/>
          </p:nvPr>
        </p:nvSpPr>
        <p:spPr>
          <a:xfrm>
            <a:off x="10410201" y="532278"/>
            <a:ext cx="295226"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39" name="Заголовок 1"/>
          <p:cNvSpPr txBox="1"/>
          <p:nvPr>
            <p:ph type="title"/>
          </p:nvPr>
        </p:nvSpPr>
        <p:spPr>
          <a:xfrm>
            <a:off x="585898" y="1440326"/>
            <a:ext cx="10136545" cy="777027"/>
          </a:xfrm>
          <a:prstGeom prst="rect">
            <a:avLst/>
          </a:prstGeom>
        </p:spPr>
        <p:txBody>
          <a:bodyPr/>
          <a:lstStyle/>
          <a:p>
            <a:pPr/>
            <a:r>
              <a:t>Выводы</a:t>
            </a:r>
          </a:p>
        </p:txBody>
      </p:sp>
      <p:sp>
        <p:nvSpPr>
          <p:cNvPr id="340" name="Текст 3"/>
          <p:cNvSpPr txBox="1"/>
          <p:nvPr>
            <p:ph type="body" sz="quarter" idx="1"/>
          </p:nvPr>
        </p:nvSpPr>
        <p:spPr>
          <a:xfrm>
            <a:off x="1143689" y="540902"/>
            <a:ext cx="1901826" cy="415927"/>
          </a:xfrm>
          <a:prstGeom prst="rect">
            <a:avLst/>
          </a:prstGeom>
        </p:spPr>
        <p:txBody>
          <a:bodyPr/>
          <a:lstStyle>
            <a:lvl1pPr>
              <a:spcBef>
                <a:spcPts val="0"/>
              </a:spcBef>
              <a:defRPr sz="1000">
                <a:solidFill>
                  <a:srgbClr val="0F2C68"/>
                </a:solidFill>
              </a:defRPr>
            </a:lvl1pPr>
          </a:lstStyle>
          <a:p>
            <a:pPr/>
            <a:r>
              <a:t>Финансовые технологии и анализ данных</a:t>
            </a:r>
          </a:p>
        </p:txBody>
      </p:sp>
      <p:sp>
        <p:nvSpPr>
          <p:cNvPr id="341" name="Текст 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342" name="Среднее значение β: ~1.0 (как ожидается)…"/>
          <p:cNvSpPr txBox="1"/>
          <p:nvPr/>
        </p:nvSpPr>
        <p:spPr>
          <a:xfrm>
            <a:off x="585897" y="1982153"/>
            <a:ext cx="11159064" cy="91728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marL="180472" indent="-180472">
              <a:buSzPct val="100000"/>
              <a:buChar char="•"/>
              <a:defRPr>
                <a:latin typeface="+mj-lt"/>
                <a:ea typeface="+mj-ea"/>
                <a:cs typeface="+mj-cs"/>
                <a:sym typeface="Calibri"/>
              </a:defRPr>
            </a:lvl1pPr>
          </a:lstStyle>
          <a:p>
            <a:pPr/>
            <a:r>
              <a:t>Результат портфельной оптимизации существенно зависит как от набора ограничений, так и от способа оценки риска: ужесточение ограничений повышало минимально достижимый риск, а использование разных подходов к построению ковариационной матрицы приводило к разной форме эффективной границы.</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F2C68"/>
      </a:dk1>
      <a:lt1>
        <a:srgbClr val="686359"/>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86359"/>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86359"/>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