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media/image1.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2.jpeg" ContentType="image/jpeg"/>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F2C68"/>
        </a:fontRef>
        <a:srgbClr val="0F2C68"/>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F2C68"/>
        </a:fontRef>
        <a:srgbClr val="0F2C68"/>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F2C68"/>
        </a:fontRef>
        <a:srgbClr val="0F2C68"/>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F2C68"/>
        </a:fontRef>
        <a:srgbClr val="0F2C68"/>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7EA"/>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F2C68"/>
        </a:fontRef>
        <a:srgbClr val="0F2C68"/>
      </a:tcTxStyle>
      <a:tcStyle>
        <a:tcBdr>
          <a:left>
            <a:ln w="12700" cap="flat">
              <a:noFill/>
              <a:miter lim="400000"/>
            </a:ln>
          </a:left>
          <a:right>
            <a:ln w="12700" cap="flat">
              <a:noFill/>
              <a:miter lim="400000"/>
            </a:ln>
          </a:right>
          <a:top>
            <a:ln w="50800" cap="flat">
              <a:solidFill>
                <a:srgbClr val="0F2C68"/>
              </a:solidFill>
              <a:prstDash val="solid"/>
              <a:round/>
            </a:ln>
          </a:top>
          <a:bottom>
            <a:ln w="25400" cap="flat">
              <a:solidFill>
                <a:srgbClr val="0F2C68"/>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F2C68"/>
              </a:solidFill>
              <a:prstDash val="solid"/>
              <a:round/>
            </a:ln>
          </a:top>
          <a:bottom>
            <a:ln w="25400" cap="flat">
              <a:solidFill>
                <a:srgbClr val="0F2C68"/>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F2C68"/>
        </a:fontRef>
        <a:srgbClr val="0F2C68"/>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BD2"/>
          </a:solidFill>
        </a:fill>
      </a:tcStyle>
    </a:wholeTbl>
    <a:band2H>
      <a:tcTxStyle b="def" i="def"/>
      <a:tcStyle>
        <a:tcBdr/>
        <a:fill>
          <a:solidFill>
            <a:srgbClr val="E6E7EA"/>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F2C68"/>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F2C68"/>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F2C68"/>
          </a:solidFill>
        </a:fill>
      </a:tcStyle>
    </a:firstRow>
  </a:tblStyle>
  <a:tblStyle styleId="{2708684C-4D16-4618-839F-0558EEFCDFE6}" styleName="">
    <a:tblBg/>
    <a:wholeTbl>
      <a:tcTxStyle b="off" i="off">
        <a:fontRef idx="major">
          <a:srgbClr val="0F2C68"/>
        </a:fontRef>
        <a:srgbClr val="0F2C68"/>
      </a:tcTxStyle>
      <a:tcStyle>
        <a:tcBdr>
          <a:left>
            <a:ln w="12700" cap="flat">
              <a:solidFill>
                <a:srgbClr val="0F2C68"/>
              </a:solidFill>
              <a:prstDash val="solid"/>
              <a:round/>
            </a:ln>
          </a:left>
          <a:right>
            <a:ln w="12700" cap="flat">
              <a:solidFill>
                <a:srgbClr val="0F2C68"/>
              </a:solidFill>
              <a:prstDash val="solid"/>
              <a:round/>
            </a:ln>
          </a:right>
          <a:top>
            <a:ln w="12700" cap="flat">
              <a:solidFill>
                <a:srgbClr val="0F2C68"/>
              </a:solidFill>
              <a:prstDash val="solid"/>
              <a:round/>
            </a:ln>
          </a:top>
          <a:bottom>
            <a:ln w="12700" cap="flat">
              <a:solidFill>
                <a:srgbClr val="0F2C68"/>
              </a:solidFill>
              <a:prstDash val="solid"/>
              <a:round/>
            </a:ln>
          </a:bottom>
          <a:insideH>
            <a:ln w="12700" cap="flat">
              <a:solidFill>
                <a:srgbClr val="0F2C68"/>
              </a:solidFill>
              <a:prstDash val="solid"/>
              <a:round/>
            </a:ln>
          </a:insideH>
          <a:insideV>
            <a:ln w="12700" cap="flat">
              <a:solidFill>
                <a:srgbClr val="0F2C68"/>
              </a:solidFill>
              <a:prstDash val="solid"/>
              <a:round/>
            </a:ln>
          </a:insideV>
        </a:tcBdr>
        <a:fill>
          <a:solidFill>
            <a:srgbClr val="0F2C68">
              <a:alpha val="20000"/>
            </a:srgbClr>
          </a:solidFill>
        </a:fill>
      </a:tcStyle>
    </a:wholeTbl>
    <a:band2H>
      <a:tcTxStyle b="def" i="def"/>
      <a:tcStyle>
        <a:tcBdr/>
        <a:fill>
          <a:solidFill>
            <a:srgbClr val="FFFFFF"/>
          </a:solidFill>
        </a:fill>
      </a:tcStyle>
    </a:band2H>
    <a:firstCol>
      <a:tcTxStyle b="on" i="off">
        <a:fontRef idx="major">
          <a:srgbClr val="0F2C68"/>
        </a:fontRef>
        <a:srgbClr val="0F2C68"/>
      </a:tcTxStyle>
      <a:tcStyle>
        <a:tcBdr>
          <a:left>
            <a:ln w="12700" cap="flat">
              <a:solidFill>
                <a:srgbClr val="0F2C68"/>
              </a:solidFill>
              <a:prstDash val="solid"/>
              <a:round/>
            </a:ln>
          </a:left>
          <a:right>
            <a:ln w="12700" cap="flat">
              <a:solidFill>
                <a:srgbClr val="0F2C68"/>
              </a:solidFill>
              <a:prstDash val="solid"/>
              <a:round/>
            </a:ln>
          </a:right>
          <a:top>
            <a:ln w="12700" cap="flat">
              <a:solidFill>
                <a:srgbClr val="0F2C68"/>
              </a:solidFill>
              <a:prstDash val="solid"/>
              <a:round/>
            </a:ln>
          </a:top>
          <a:bottom>
            <a:ln w="12700" cap="flat">
              <a:solidFill>
                <a:srgbClr val="0F2C68"/>
              </a:solidFill>
              <a:prstDash val="solid"/>
              <a:round/>
            </a:ln>
          </a:bottom>
          <a:insideH>
            <a:ln w="12700" cap="flat">
              <a:solidFill>
                <a:srgbClr val="0F2C68"/>
              </a:solidFill>
              <a:prstDash val="solid"/>
              <a:round/>
            </a:ln>
          </a:insideH>
          <a:insideV>
            <a:ln w="12700" cap="flat">
              <a:solidFill>
                <a:srgbClr val="0F2C68"/>
              </a:solidFill>
              <a:prstDash val="solid"/>
              <a:round/>
            </a:ln>
          </a:insideV>
        </a:tcBdr>
        <a:fill>
          <a:solidFill>
            <a:srgbClr val="0F2C68">
              <a:alpha val="20000"/>
            </a:srgbClr>
          </a:solidFill>
        </a:fill>
      </a:tcStyle>
    </a:firstCol>
    <a:lastRow>
      <a:tcTxStyle b="on" i="off">
        <a:fontRef idx="major">
          <a:srgbClr val="0F2C68"/>
        </a:fontRef>
        <a:srgbClr val="0F2C68"/>
      </a:tcTxStyle>
      <a:tcStyle>
        <a:tcBdr>
          <a:left>
            <a:ln w="12700" cap="flat">
              <a:solidFill>
                <a:srgbClr val="0F2C68"/>
              </a:solidFill>
              <a:prstDash val="solid"/>
              <a:round/>
            </a:ln>
          </a:left>
          <a:right>
            <a:ln w="12700" cap="flat">
              <a:solidFill>
                <a:srgbClr val="0F2C68"/>
              </a:solidFill>
              <a:prstDash val="solid"/>
              <a:round/>
            </a:ln>
          </a:right>
          <a:top>
            <a:ln w="50800" cap="flat">
              <a:solidFill>
                <a:srgbClr val="0F2C68"/>
              </a:solidFill>
              <a:prstDash val="solid"/>
              <a:round/>
            </a:ln>
          </a:top>
          <a:bottom>
            <a:ln w="12700" cap="flat">
              <a:solidFill>
                <a:srgbClr val="0F2C68"/>
              </a:solidFill>
              <a:prstDash val="solid"/>
              <a:round/>
            </a:ln>
          </a:bottom>
          <a:insideH>
            <a:ln w="12700" cap="flat">
              <a:solidFill>
                <a:srgbClr val="0F2C68"/>
              </a:solidFill>
              <a:prstDash val="solid"/>
              <a:round/>
            </a:ln>
          </a:insideH>
          <a:insideV>
            <a:ln w="12700" cap="flat">
              <a:solidFill>
                <a:srgbClr val="0F2C68"/>
              </a:solidFill>
              <a:prstDash val="solid"/>
              <a:round/>
            </a:ln>
          </a:insideV>
        </a:tcBdr>
        <a:fill>
          <a:noFill/>
        </a:fill>
      </a:tcStyle>
    </a:lastRow>
    <a:firstRow>
      <a:tcTxStyle b="on" i="off">
        <a:fontRef idx="major">
          <a:srgbClr val="0F2C68"/>
        </a:fontRef>
        <a:srgbClr val="0F2C68"/>
      </a:tcTxStyle>
      <a:tcStyle>
        <a:tcBdr>
          <a:left>
            <a:ln w="12700" cap="flat">
              <a:solidFill>
                <a:srgbClr val="0F2C68"/>
              </a:solidFill>
              <a:prstDash val="solid"/>
              <a:round/>
            </a:ln>
          </a:left>
          <a:right>
            <a:ln w="12700" cap="flat">
              <a:solidFill>
                <a:srgbClr val="0F2C68"/>
              </a:solidFill>
              <a:prstDash val="solid"/>
              <a:round/>
            </a:ln>
          </a:right>
          <a:top>
            <a:ln w="12700" cap="flat">
              <a:solidFill>
                <a:srgbClr val="0F2C68"/>
              </a:solidFill>
              <a:prstDash val="solid"/>
              <a:round/>
            </a:ln>
          </a:top>
          <a:bottom>
            <a:ln w="25400" cap="flat">
              <a:solidFill>
                <a:srgbClr val="0F2C68"/>
              </a:solidFill>
              <a:prstDash val="solid"/>
              <a:round/>
            </a:ln>
          </a:bottom>
          <a:insideH>
            <a:ln w="12700" cap="flat">
              <a:solidFill>
                <a:srgbClr val="0F2C68"/>
              </a:solidFill>
              <a:prstDash val="solid"/>
              <a:round/>
            </a:ln>
          </a:insideH>
          <a:insideV>
            <a:ln w="12700" cap="flat">
              <a:solidFill>
                <a:srgbClr val="0F2C68"/>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234" name="Shape 234"/>
          <p:cNvSpPr/>
          <p:nvPr>
            <p:ph type="sldImg"/>
          </p:nvPr>
        </p:nvSpPr>
        <p:spPr>
          <a:xfrm>
            <a:off x="1143000" y="685800"/>
            <a:ext cx="4572000" cy="3429000"/>
          </a:xfrm>
          <a:prstGeom prst="rect">
            <a:avLst/>
          </a:prstGeom>
        </p:spPr>
        <p:txBody>
          <a:bodyPr/>
          <a:lstStyle/>
          <a:p>
            <a:pPr/>
          </a:p>
        </p:txBody>
      </p:sp>
      <p:sp>
        <p:nvSpPr>
          <p:cNvPr id="235" name="Shape 23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2.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Обложка">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13" name="Picture 28" descr="Picture 28"/>
          <p:cNvPicPr>
            <a:picLocks noChangeAspect="1"/>
          </p:cNvPicPr>
          <p:nvPr/>
        </p:nvPicPr>
        <p:blipFill>
          <a:blip r:embed="rId3">
            <a:extLst/>
          </a:blip>
          <a:stretch>
            <a:fillRect/>
          </a:stretch>
        </p:blipFill>
        <p:spPr>
          <a:xfrm>
            <a:off x="1013859" y="962172"/>
            <a:ext cx="886500" cy="886500"/>
          </a:xfrm>
          <a:prstGeom prst="rect">
            <a:avLst/>
          </a:prstGeom>
          <a:ln w="12700">
            <a:miter lim="400000"/>
          </a:ln>
        </p:spPr>
      </p:pic>
      <p:sp>
        <p:nvSpPr>
          <p:cNvPr id="14" name="Straight Connector 48"/>
          <p:cNvSpPr/>
          <p:nvPr/>
        </p:nvSpPr>
        <p:spPr>
          <a:xfrm>
            <a:off x="6090211" y="985335"/>
            <a:ext cx="1" cy="840174"/>
          </a:xfrm>
          <a:prstGeom prst="line">
            <a:avLst/>
          </a:prstGeom>
          <a:ln w="12700">
            <a:solidFill>
              <a:srgbClr val="102D69"/>
            </a:solidFill>
            <a:miter/>
          </a:ln>
        </p:spPr>
        <p:txBody>
          <a:bodyPr lIns="45719" rIns="45719"/>
          <a:lstStyle/>
          <a:p>
            <a:pPr/>
          </a:p>
        </p:txBody>
      </p:sp>
      <p:sp>
        <p:nvSpPr>
          <p:cNvPr id="15" name="Straight Connector 50"/>
          <p:cNvSpPr/>
          <p:nvPr/>
        </p:nvSpPr>
        <p:spPr>
          <a:xfrm>
            <a:off x="8642580" y="985335"/>
            <a:ext cx="1" cy="840174"/>
          </a:xfrm>
          <a:prstGeom prst="line">
            <a:avLst/>
          </a:prstGeom>
          <a:ln w="12700">
            <a:solidFill>
              <a:srgbClr val="102D69"/>
            </a:solidFill>
            <a:miter/>
          </a:ln>
        </p:spPr>
        <p:txBody>
          <a:bodyPr lIns="45719" rIns="45719"/>
          <a:lstStyle/>
          <a:p>
            <a:pPr/>
          </a:p>
        </p:txBody>
      </p:sp>
      <p:sp>
        <p:nvSpPr>
          <p:cNvPr id="16" name="Straight Connector 51"/>
          <p:cNvSpPr/>
          <p:nvPr/>
        </p:nvSpPr>
        <p:spPr>
          <a:xfrm>
            <a:off x="11179047" y="985335"/>
            <a:ext cx="1" cy="840174"/>
          </a:xfrm>
          <a:prstGeom prst="line">
            <a:avLst/>
          </a:prstGeom>
          <a:ln w="12700">
            <a:solidFill>
              <a:srgbClr val="102D69"/>
            </a:solidFill>
            <a:miter/>
          </a:ln>
        </p:spPr>
        <p:txBody>
          <a:bodyPr lIns="45719" rIns="45719"/>
          <a:lstStyle/>
          <a:p>
            <a:pPr/>
          </a:p>
        </p:txBody>
      </p:sp>
      <p:sp>
        <p:nvSpPr>
          <p:cNvPr id="17" name="Name of presentation can be specified in two or three lines  (43 pt)"/>
          <p:cNvSpPr txBox="1"/>
          <p:nvPr>
            <p:ph type="title" hasCustomPrompt="1"/>
          </p:nvPr>
        </p:nvSpPr>
        <p:spPr>
          <a:xfrm>
            <a:off x="1027967" y="2404670"/>
            <a:ext cx="7634059" cy="1978324"/>
          </a:xfrm>
          <a:prstGeom prst="rect">
            <a:avLst/>
          </a:prstGeom>
        </p:spPr>
        <p:txBody>
          <a:bodyPr lIns="0" tIns="0" rIns="0" bIns="0" anchor="t">
            <a:normAutofit fontScale="100000" lnSpcReduction="0"/>
          </a:bodyPr>
          <a:lstStyle>
            <a:lvl1pPr>
              <a:lnSpc>
                <a:spcPct val="100000"/>
              </a:lnSpc>
              <a:defRPr sz="4300">
                <a:solidFill>
                  <a:srgbClr val="0E2D69"/>
                </a:solidFill>
                <a:latin typeface="HSE Sans"/>
                <a:ea typeface="HSE Sans"/>
                <a:cs typeface="HSE Sans"/>
                <a:sym typeface="HSE Sans"/>
              </a:defRPr>
            </a:lvl1pPr>
          </a:lstStyle>
          <a:p>
            <a:pPr/>
            <a:r>
              <a:t>Name of presentation can be specified in two or three lines  (43 pt)</a:t>
            </a:r>
          </a:p>
        </p:txBody>
      </p:sp>
      <p:sp>
        <p:nvSpPr>
          <p:cNvPr id="18" name="Уровень текста 1…"/>
          <p:cNvSpPr txBox="1"/>
          <p:nvPr>
            <p:ph type="body" sz="quarter" idx="1" hasCustomPrompt="1"/>
          </p:nvPr>
        </p:nvSpPr>
        <p:spPr>
          <a:xfrm>
            <a:off x="2074946" y="1187840"/>
            <a:ext cx="3848719" cy="435164"/>
          </a:xfrm>
          <a:prstGeom prst="rect">
            <a:avLst/>
          </a:prstGeom>
        </p:spPr>
        <p:txBody>
          <a:bodyPr lIns="0" tIns="0" rIns="0" bIns="0">
            <a:normAutofit fontScale="100000" lnSpcReduction="0"/>
          </a:bodyPr>
          <a:lstStyle>
            <a:lvl1pPr marL="0" indent="0">
              <a:lnSpc>
                <a:spcPct val="100000"/>
              </a:lnSpc>
              <a:spcBef>
                <a:spcPts val="0"/>
              </a:spcBef>
              <a:buSzTx/>
              <a:buFontTx/>
              <a:buNone/>
              <a:defRPr sz="1600">
                <a:latin typeface="HSE Sans"/>
                <a:ea typeface="HSE Sans"/>
                <a:cs typeface="HSE Sans"/>
                <a:sym typeface="HSE Sans"/>
              </a:defRPr>
            </a:lvl1pPr>
            <a:lvl2pPr marL="0" indent="457200">
              <a:lnSpc>
                <a:spcPct val="100000"/>
              </a:lnSpc>
              <a:spcBef>
                <a:spcPts val="0"/>
              </a:spcBef>
              <a:buSzTx/>
              <a:buFontTx/>
              <a:buNone/>
              <a:defRPr sz="1600">
                <a:latin typeface="HSE Sans"/>
                <a:ea typeface="HSE Sans"/>
                <a:cs typeface="HSE Sans"/>
                <a:sym typeface="HSE Sans"/>
              </a:defRPr>
            </a:lvl2pPr>
            <a:lvl3pPr marL="0" indent="914400">
              <a:lnSpc>
                <a:spcPct val="100000"/>
              </a:lnSpc>
              <a:spcBef>
                <a:spcPts val="0"/>
              </a:spcBef>
              <a:buSzTx/>
              <a:buFontTx/>
              <a:buNone/>
              <a:defRPr sz="1600">
                <a:latin typeface="HSE Sans"/>
                <a:ea typeface="HSE Sans"/>
                <a:cs typeface="HSE Sans"/>
                <a:sym typeface="HSE Sans"/>
              </a:defRPr>
            </a:lvl3pPr>
            <a:lvl4pPr marL="0" indent="1371600">
              <a:lnSpc>
                <a:spcPct val="100000"/>
              </a:lnSpc>
              <a:spcBef>
                <a:spcPts val="0"/>
              </a:spcBef>
              <a:buSzTx/>
              <a:buFontTx/>
              <a:buNone/>
              <a:defRPr sz="1600">
                <a:latin typeface="HSE Sans"/>
                <a:ea typeface="HSE Sans"/>
                <a:cs typeface="HSE Sans"/>
                <a:sym typeface="HSE Sans"/>
              </a:defRPr>
            </a:lvl4pPr>
            <a:lvl5pPr marL="0" indent="1828800">
              <a:lnSpc>
                <a:spcPct val="100000"/>
              </a:lnSpc>
              <a:spcBef>
                <a:spcPts val="0"/>
              </a:spcBef>
              <a:buSzTx/>
              <a:buFontTx/>
              <a:buNone/>
              <a:defRPr sz="1600">
                <a:latin typeface="HSE Sans"/>
                <a:ea typeface="HSE Sans"/>
                <a:cs typeface="HSE Sans"/>
                <a:sym typeface="HSE Sans"/>
              </a:defRPr>
            </a:lvl5pPr>
          </a:lstStyle>
          <a:p>
            <a:pPr/>
            <a:r>
              <a:t>Name of faculty in two lines (16 pt)</a:t>
            </a:r>
          </a:p>
          <a:p>
            <a:pPr lvl="1"/>
            <a:r>
              <a:t/>
            </a:r>
          </a:p>
          <a:p>
            <a:pPr lvl="2"/>
            <a:r>
              <a:t/>
            </a:r>
          </a:p>
          <a:p>
            <a:pPr lvl="3"/>
            <a:r>
              <a:t/>
            </a:r>
          </a:p>
          <a:p>
            <a:pPr lvl="4"/>
            <a:r>
              <a:t/>
            </a:r>
          </a:p>
        </p:txBody>
      </p:sp>
      <p:sp>
        <p:nvSpPr>
          <p:cNvPr id="19" name="Текст 24"/>
          <p:cNvSpPr/>
          <p:nvPr>
            <p:ph type="body" sz="quarter" idx="21" hasCustomPrompt="1"/>
          </p:nvPr>
        </p:nvSpPr>
        <p:spPr>
          <a:xfrm>
            <a:off x="6259419" y="1173829"/>
            <a:ext cx="2278064" cy="463187"/>
          </a:xfrm>
          <a:prstGeom prst="rect">
            <a:avLst/>
          </a:prstGeom>
        </p:spPr>
        <p:txBody>
          <a:bodyPr lIns="0" tIns="0" rIns="0" bIns="0">
            <a:normAutofit fontScale="100000" lnSpcReduction="0"/>
          </a:bodyPr>
          <a:lstStyle>
            <a:lvl1pPr marL="0" indent="0">
              <a:lnSpc>
                <a:spcPct val="100000"/>
              </a:lnSpc>
              <a:spcBef>
                <a:spcPts val="0"/>
              </a:spcBef>
              <a:buSzTx/>
              <a:buFontTx/>
              <a:buNone/>
              <a:defRPr sz="1200">
                <a:solidFill>
                  <a:srgbClr val="0E2D69"/>
                </a:solidFill>
                <a:latin typeface="HSE Sans"/>
                <a:ea typeface="HSE Sans"/>
                <a:cs typeface="HSE Sans"/>
                <a:sym typeface="HSE Sans"/>
              </a:defRPr>
            </a:lvl1pPr>
          </a:lstStyle>
          <a:p>
            <a:pPr/>
            <a:r>
              <a:t>Name of subdivision in two or three lines (12 pt)</a:t>
            </a:r>
          </a:p>
        </p:txBody>
      </p:sp>
      <p:sp>
        <p:nvSpPr>
          <p:cNvPr id="20" name="Текст 26"/>
          <p:cNvSpPr/>
          <p:nvPr>
            <p:ph type="body" sz="quarter" idx="22" hasCustomPrompt="1"/>
          </p:nvPr>
        </p:nvSpPr>
        <p:spPr>
          <a:xfrm>
            <a:off x="8786720" y="1173829"/>
            <a:ext cx="2217739" cy="463187"/>
          </a:xfrm>
          <a:prstGeom prst="rect">
            <a:avLst/>
          </a:prstGeom>
        </p:spPr>
        <p:txBody>
          <a:bodyPr lIns="0" tIns="0" rIns="0" bIns="0">
            <a:normAutofit fontScale="100000" lnSpcReduction="0"/>
          </a:bodyPr>
          <a:lstStyle>
            <a:lvl1pPr marL="0" indent="0">
              <a:lnSpc>
                <a:spcPct val="100000"/>
              </a:lnSpc>
              <a:spcBef>
                <a:spcPts val="0"/>
              </a:spcBef>
              <a:buSzTx/>
              <a:buFontTx/>
              <a:buNone/>
              <a:defRPr sz="1200">
                <a:solidFill>
                  <a:srgbClr val="0E2D69"/>
                </a:solidFill>
                <a:latin typeface="HSE Sans"/>
                <a:ea typeface="HSE Sans"/>
                <a:cs typeface="HSE Sans"/>
                <a:sym typeface="HSE Sans"/>
              </a:defRPr>
            </a:lvl1pPr>
          </a:lstStyle>
          <a:p>
            <a:pPr/>
            <a:r>
              <a:t>Moscow 2022 (12 pt)</a:t>
            </a:r>
          </a:p>
        </p:txBody>
      </p:sp>
      <p:sp>
        <p:nvSpPr>
          <p:cNvPr id="21" name="Текст 28"/>
          <p:cNvSpPr/>
          <p:nvPr>
            <p:ph type="body" sz="quarter" idx="23" hasCustomPrompt="1"/>
          </p:nvPr>
        </p:nvSpPr>
        <p:spPr>
          <a:xfrm>
            <a:off x="1027966" y="4824914"/>
            <a:ext cx="7625269" cy="652861"/>
          </a:xfrm>
          <a:prstGeom prst="rect">
            <a:avLst/>
          </a:prstGeom>
        </p:spPr>
        <p:txBody>
          <a:bodyPr lIns="0" tIns="0" rIns="0" bIns="0">
            <a:normAutofit fontScale="100000" lnSpcReduction="0"/>
          </a:bodyPr>
          <a:lstStyle>
            <a:lvl1pPr marL="0" indent="0">
              <a:lnSpc>
                <a:spcPct val="100000"/>
              </a:lnSpc>
              <a:spcBef>
                <a:spcPts val="0"/>
              </a:spcBef>
              <a:buSzTx/>
              <a:buFontTx/>
              <a:buNone/>
              <a:defRPr sz="1600">
                <a:solidFill>
                  <a:srgbClr val="0E2D69"/>
                </a:solidFill>
                <a:latin typeface="HSE Sans"/>
                <a:ea typeface="HSE Sans"/>
                <a:cs typeface="HSE Sans"/>
                <a:sym typeface="HSE Sans"/>
              </a:defRPr>
            </a:lvl1pPr>
          </a:lstStyle>
          <a:p>
            <a:pPr/>
            <a:r>
              <a:t>If you need more space, please use a subheading (16 pt)</a:t>
            </a:r>
          </a:p>
        </p:txBody>
      </p:sp>
      <p:sp>
        <p:nvSpPr>
          <p:cNvPr id="22"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Текст_1">
    <p:spTree>
      <p:nvGrpSpPr>
        <p:cNvPr id="1" name=""/>
        <p:cNvGrpSpPr/>
        <p:nvPr/>
      </p:nvGrpSpPr>
      <p:grpSpPr>
        <a:xfrm>
          <a:off x="0" y="0"/>
          <a:ext cx="0" cy="0"/>
          <a:chOff x="0" y="0"/>
          <a:chExt cx="0" cy="0"/>
        </a:xfrm>
      </p:grpSpPr>
      <p:pic>
        <p:nvPicPr>
          <p:cNvPr id="29" name="Picture 4" descr="Picture 4"/>
          <p:cNvPicPr>
            <a:picLocks noChangeAspect="1"/>
          </p:cNvPicPr>
          <p:nvPr/>
        </p:nvPicPr>
        <p:blipFill>
          <a:blip r:embed="rId2">
            <a:extLst/>
          </a:blip>
          <a:stretch>
            <a:fillRect/>
          </a:stretch>
        </p:blipFill>
        <p:spPr>
          <a:xfrm>
            <a:off x="517199" y="464362"/>
            <a:ext cx="448276" cy="448277"/>
          </a:xfrm>
          <a:prstGeom prst="rect">
            <a:avLst/>
          </a:prstGeom>
          <a:ln w="12700">
            <a:miter lim="400000"/>
          </a:ln>
        </p:spPr>
      </p:pic>
      <p:sp>
        <p:nvSpPr>
          <p:cNvPr id="30" name="Straight Connector 19"/>
          <p:cNvSpPr/>
          <p:nvPr/>
        </p:nvSpPr>
        <p:spPr>
          <a:xfrm>
            <a:off x="3298685" y="464362"/>
            <a:ext cx="1" cy="586261"/>
          </a:xfrm>
          <a:prstGeom prst="line">
            <a:avLst/>
          </a:prstGeom>
          <a:ln w="12700">
            <a:solidFill>
              <a:srgbClr val="102D69"/>
            </a:solidFill>
            <a:miter/>
          </a:ln>
        </p:spPr>
        <p:txBody>
          <a:bodyPr lIns="45719" rIns="45719"/>
          <a:lstStyle/>
          <a:p>
            <a:pPr/>
          </a:p>
        </p:txBody>
      </p:sp>
      <p:sp>
        <p:nvSpPr>
          <p:cNvPr id="31" name="Straight Connector 21"/>
          <p:cNvSpPr/>
          <p:nvPr/>
        </p:nvSpPr>
        <p:spPr>
          <a:xfrm>
            <a:off x="6099416" y="464362"/>
            <a:ext cx="1" cy="586261"/>
          </a:xfrm>
          <a:prstGeom prst="line">
            <a:avLst/>
          </a:prstGeom>
          <a:ln w="12700">
            <a:solidFill>
              <a:srgbClr val="102D69"/>
            </a:solidFill>
            <a:miter/>
          </a:ln>
        </p:spPr>
        <p:txBody>
          <a:bodyPr lIns="45719" rIns="45719"/>
          <a:lstStyle/>
          <a:p>
            <a:pPr/>
          </a:p>
        </p:txBody>
      </p:sp>
      <p:sp>
        <p:nvSpPr>
          <p:cNvPr id="32" name="Straight Connector 25"/>
          <p:cNvSpPr/>
          <p:nvPr/>
        </p:nvSpPr>
        <p:spPr>
          <a:xfrm>
            <a:off x="10277081" y="464362"/>
            <a:ext cx="1" cy="586261"/>
          </a:xfrm>
          <a:prstGeom prst="line">
            <a:avLst/>
          </a:prstGeom>
          <a:ln w="12700">
            <a:solidFill>
              <a:srgbClr val="102D69"/>
            </a:solidFill>
            <a:miter/>
          </a:ln>
        </p:spPr>
        <p:txBody>
          <a:bodyPr lIns="45719" rIns="45719"/>
          <a:lstStyle/>
          <a:p>
            <a:pPr/>
          </a:p>
        </p:txBody>
      </p:sp>
      <p:sp>
        <p:nvSpPr>
          <p:cNvPr id="33" name="Номер слайда"/>
          <p:cNvSpPr txBox="1"/>
          <p:nvPr>
            <p:ph type="sldNum" sz="quarter" idx="2"/>
          </p:nvPr>
        </p:nvSpPr>
        <p:spPr>
          <a:xfrm>
            <a:off x="10410201" y="532278"/>
            <a:ext cx="295226" cy="304801"/>
          </a:xfrm>
          <a:prstGeom prst="rect">
            <a:avLst/>
          </a:prstGeom>
        </p:spPr>
        <p:txBody>
          <a:bodyPr lIns="0" tIns="0" rIns="0" bIns="0" anchor="t"/>
          <a:lstStyle>
            <a:lvl1pPr algn="l">
              <a:defRPr sz="2000">
                <a:solidFill>
                  <a:srgbClr val="102D69"/>
                </a:solidFill>
                <a:latin typeface="HSE Sans"/>
                <a:ea typeface="HSE Sans"/>
                <a:cs typeface="HSE Sans"/>
                <a:sym typeface="HSE Sans"/>
              </a:defRPr>
            </a:lvl1pPr>
          </a:lstStyle>
          <a:p>
            <a:pPr/>
            <a:fld id="{86CB4B4D-7CA3-9044-876B-883B54F8677D}" type="slidenum"/>
          </a:p>
        </p:txBody>
      </p:sp>
      <p:sp>
        <p:nvSpPr>
          <p:cNvPr id="34" name="Straight Connector 59"/>
          <p:cNvSpPr/>
          <p:nvPr/>
        </p:nvSpPr>
        <p:spPr>
          <a:xfrm>
            <a:off x="11643868" y="464362"/>
            <a:ext cx="1" cy="586261"/>
          </a:xfrm>
          <a:prstGeom prst="line">
            <a:avLst/>
          </a:prstGeom>
          <a:ln w="12700">
            <a:solidFill>
              <a:srgbClr val="102D69"/>
            </a:solidFill>
            <a:miter/>
          </a:ln>
        </p:spPr>
        <p:txBody>
          <a:bodyPr lIns="45719" rIns="45719"/>
          <a:lstStyle/>
          <a:p>
            <a:pPr/>
          </a:p>
        </p:txBody>
      </p:sp>
      <p:sp>
        <p:nvSpPr>
          <p:cNvPr id="35" name="Рисунок 23"/>
          <p:cNvSpPr/>
          <p:nvPr>
            <p:ph type="pic" sz="half" idx="21"/>
          </p:nvPr>
        </p:nvSpPr>
        <p:spPr>
          <a:xfrm>
            <a:off x="6684653" y="1447790"/>
            <a:ext cx="4325168" cy="4325107"/>
          </a:xfrm>
          <a:prstGeom prst="rect">
            <a:avLst/>
          </a:prstGeom>
        </p:spPr>
        <p:txBody>
          <a:bodyPr lIns="91439" rIns="91439"/>
          <a:lstStyle/>
          <a:p>
            <a:pPr/>
          </a:p>
        </p:txBody>
      </p:sp>
      <p:sp>
        <p:nvSpPr>
          <p:cNvPr id="36" name="Headline may have two or three lines (24 pt)"/>
          <p:cNvSpPr txBox="1"/>
          <p:nvPr>
            <p:ph type="title" hasCustomPrompt="1"/>
          </p:nvPr>
        </p:nvSpPr>
        <p:spPr>
          <a:xfrm>
            <a:off x="585898" y="1447790"/>
            <a:ext cx="5245561" cy="777026"/>
          </a:xfrm>
          <a:prstGeom prst="rect">
            <a:avLst/>
          </a:prstGeom>
        </p:spPr>
        <p:txBody>
          <a:bodyPr lIns="0" tIns="0" rIns="0" bIns="0" anchor="t">
            <a:normAutofit fontScale="100000" lnSpcReduction="0"/>
          </a:bodyPr>
          <a:lstStyle>
            <a:lvl1pPr>
              <a:lnSpc>
                <a:spcPct val="100000"/>
              </a:lnSpc>
              <a:defRPr sz="2400">
                <a:latin typeface="HSE Sans"/>
                <a:ea typeface="HSE Sans"/>
                <a:cs typeface="HSE Sans"/>
                <a:sym typeface="HSE Sans"/>
              </a:defRPr>
            </a:lvl1pPr>
          </a:lstStyle>
          <a:p>
            <a:pPr/>
            <a:r>
              <a:t>Headline may have two or three lines (24 pt)</a:t>
            </a:r>
          </a:p>
        </p:txBody>
      </p:sp>
      <p:sp>
        <p:nvSpPr>
          <p:cNvPr id="37" name="Уровень текста 1…"/>
          <p:cNvSpPr txBox="1"/>
          <p:nvPr>
            <p:ph type="body" sz="half" idx="1" hasCustomPrompt="1"/>
          </p:nvPr>
        </p:nvSpPr>
        <p:spPr>
          <a:xfrm>
            <a:off x="585896" y="2379663"/>
            <a:ext cx="5245562" cy="3393235"/>
          </a:xfrm>
          <a:prstGeom prst="rect">
            <a:avLst/>
          </a:prstGeom>
        </p:spPr>
        <p:txBody>
          <a:bodyPr lIns="0" tIns="0" rIns="0" bIns="0">
            <a:normAutofit fontScale="100000" lnSpcReduction="0"/>
          </a:bodyPr>
          <a:lstStyle>
            <a:lvl1pPr marL="0" indent="0">
              <a:lnSpc>
                <a:spcPct val="100000"/>
              </a:lnSpc>
              <a:buSzTx/>
              <a:buFontTx/>
              <a:buNone/>
              <a:defRPr sz="1300">
                <a:solidFill>
                  <a:srgbClr val="0E2D69"/>
                </a:solidFill>
                <a:latin typeface="HSE Sans"/>
                <a:ea typeface="HSE Sans"/>
                <a:cs typeface="HSE Sans"/>
                <a:sym typeface="HSE Sans"/>
              </a:defRPr>
            </a:lvl1pPr>
            <a:lvl2pPr marL="0" indent="457200">
              <a:lnSpc>
                <a:spcPct val="100000"/>
              </a:lnSpc>
              <a:buSzTx/>
              <a:buFontTx/>
              <a:buNone/>
              <a:defRPr sz="1300">
                <a:solidFill>
                  <a:srgbClr val="0E2D69"/>
                </a:solidFill>
                <a:latin typeface="HSE Sans"/>
                <a:ea typeface="HSE Sans"/>
                <a:cs typeface="HSE Sans"/>
                <a:sym typeface="HSE Sans"/>
              </a:defRPr>
            </a:lvl2pPr>
            <a:lvl3pPr marL="0" indent="914400">
              <a:lnSpc>
                <a:spcPct val="100000"/>
              </a:lnSpc>
              <a:buSzTx/>
              <a:buFontTx/>
              <a:buNone/>
              <a:defRPr sz="1300">
                <a:solidFill>
                  <a:srgbClr val="0E2D69"/>
                </a:solidFill>
                <a:latin typeface="HSE Sans"/>
                <a:ea typeface="HSE Sans"/>
                <a:cs typeface="HSE Sans"/>
                <a:sym typeface="HSE Sans"/>
              </a:defRPr>
            </a:lvl3pPr>
            <a:lvl4pPr marL="0" indent="1371600">
              <a:lnSpc>
                <a:spcPct val="100000"/>
              </a:lnSpc>
              <a:buSzTx/>
              <a:buFontTx/>
              <a:buNone/>
              <a:defRPr sz="1300">
                <a:solidFill>
                  <a:srgbClr val="0E2D69"/>
                </a:solidFill>
                <a:latin typeface="HSE Sans"/>
                <a:ea typeface="HSE Sans"/>
                <a:cs typeface="HSE Sans"/>
                <a:sym typeface="HSE Sans"/>
              </a:defRPr>
            </a:lvl4pPr>
            <a:lvl5pPr marL="0" indent="1828800">
              <a:lnSpc>
                <a:spcPct val="100000"/>
              </a:lnSpc>
              <a:buSzTx/>
              <a:buFontTx/>
              <a:buNone/>
              <a:defRPr sz="1300">
                <a:solidFill>
                  <a:srgbClr val="0E2D69"/>
                </a:solidFill>
                <a:latin typeface="HSE Sans"/>
                <a:ea typeface="HSE Sans"/>
                <a:cs typeface="HSE Sans"/>
                <a:sym typeface="HSE Sans"/>
              </a:defRPr>
            </a:lvl5pPr>
          </a:lstStyle>
          <a:p>
            <a:pPr/>
            <a:r>
              <a:t>Moderately sized bits of text can be presented in a single column, but they shouldn’t take up the whole screen. A text that is arranged in a long line might be too hard to read; always bear in mind the perspective of those who will be viewing your presentation. Try to limit each line to seven to 10 words. More than that might put your audience to sleep. If you have space left and wish to make your slide more visual, you can include a small image nearby, which should illustrate or supplement your text.</a:t>
            </a:r>
          </a:p>
          <a:p>
            <a:pPr lvl="1"/>
            <a:r>
              <a:t/>
            </a:r>
          </a:p>
          <a:p>
            <a:pPr lvl="2"/>
            <a:r>
              <a:t/>
            </a:r>
          </a:p>
          <a:p>
            <a:pPr lvl="3"/>
            <a:r>
              <a:t/>
            </a:r>
          </a:p>
          <a:p>
            <a:pPr lvl="4"/>
            <a:r>
              <a:t/>
            </a:r>
          </a:p>
        </p:txBody>
      </p:sp>
      <p:sp>
        <p:nvSpPr>
          <p:cNvPr id="38" name="Текст 37"/>
          <p:cNvSpPr/>
          <p:nvPr>
            <p:ph type="body" sz="quarter" idx="22" hasCustomPrompt="1"/>
          </p:nvPr>
        </p:nvSpPr>
        <p:spPr>
          <a:xfrm>
            <a:off x="1143689" y="540903"/>
            <a:ext cx="1901826" cy="415926"/>
          </a:xfrm>
          <a:prstGeom prst="rect">
            <a:avLst/>
          </a:prstGeom>
        </p:spPr>
        <p:txBody>
          <a:bodyPr lIns="0" tIns="0" rIns="0" bIns="0">
            <a:normAutofit fontScale="100000" lnSpcReduction="0"/>
          </a:bodyPr>
          <a:lstStyle>
            <a:lvl1pPr marL="0" indent="0">
              <a:lnSpc>
                <a:spcPct val="100000"/>
              </a:lnSpc>
              <a:spcBef>
                <a:spcPts val="0"/>
              </a:spcBef>
              <a:buSzTx/>
              <a:buFontTx/>
              <a:buNone/>
              <a:defRPr sz="1000">
                <a:latin typeface="HSE Sans"/>
                <a:ea typeface="HSE Sans"/>
                <a:cs typeface="HSE Sans"/>
                <a:sym typeface="HSE Sans"/>
              </a:defRPr>
            </a:lvl1pPr>
          </a:lstStyle>
          <a:p>
            <a:pPr/>
            <a:r>
              <a:t>Name of subdivisions in two or three lines (10 pt)</a:t>
            </a:r>
          </a:p>
        </p:txBody>
      </p:sp>
      <p:sp>
        <p:nvSpPr>
          <p:cNvPr id="39" name="Текст 39"/>
          <p:cNvSpPr/>
          <p:nvPr>
            <p:ph type="body" sz="quarter" idx="23" hasCustomPrompt="1"/>
          </p:nvPr>
        </p:nvSpPr>
        <p:spPr>
          <a:xfrm>
            <a:off x="3459162" y="548719"/>
            <a:ext cx="2070101" cy="408110"/>
          </a:xfrm>
          <a:prstGeom prst="rect">
            <a:avLst/>
          </a:prstGeom>
        </p:spPr>
        <p:txBody>
          <a:bodyPr lIns="0" tIns="0" rIns="0" bIns="0">
            <a:normAutofit fontScale="100000" lnSpcReduction="0"/>
          </a:bodyPr>
          <a:lstStyle>
            <a:lvl1pPr marL="0" indent="0">
              <a:lnSpc>
                <a:spcPct val="100000"/>
              </a:lnSpc>
              <a:spcBef>
                <a:spcPts val="0"/>
              </a:spcBef>
              <a:buSzTx/>
              <a:buFontTx/>
              <a:buNone/>
              <a:defRPr sz="1000">
                <a:solidFill>
                  <a:srgbClr val="0E2D69"/>
                </a:solidFill>
                <a:latin typeface="HSE Sans"/>
                <a:ea typeface="HSE Sans"/>
                <a:cs typeface="HSE Sans"/>
                <a:sym typeface="HSE Sans"/>
              </a:defRPr>
            </a:lvl1pPr>
          </a:lstStyle>
          <a:p>
            <a:pPr/>
            <a:r>
              <a:t>Name of presentation can be provided in two or three lines (10 pt)</a:t>
            </a:r>
          </a:p>
        </p:txBody>
      </p:sp>
      <p:sp>
        <p:nvSpPr>
          <p:cNvPr id="40" name="Текст 39"/>
          <p:cNvSpPr/>
          <p:nvPr>
            <p:ph type="body" sz="quarter" idx="24" hasCustomPrompt="1"/>
          </p:nvPr>
        </p:nvSpPr>
        <p:spPr>
          <a:xfrm>
            <a:off x="6259891" y="548719"/>
            <a:ext cx="2070101" cy="408110"/>
          </a:xfrm>
          <a:prstGeom prst="rect">
            <a:avLst/>
          </a:prstGeom>
        </p:spPr>
        <p:txBody>
          <a:bodyPr lIns="0" tIns="0" rIns="0" bIns="0">
            <a:normAutofit fontScale="100000" lnSpcReduction="0"/>
          </a:bodyPr>
          <a:lstStyle>
            <a:lvl1pPr marL="0" indent="0">
              <a:lnSpc>
                <a:spcPct val="100000"/>
              </a:lnSpc>
              <a:spcBef>
                <a:spcPts val="0"/>
              </a:spcBef>
              <a:buSzTx/>
              <a:buFontTx/>
              <a:buNone/>
              <a:defRPr sz="1000">
                <a:solidFill>
                  <a:srgbClr val="0E2D69"/>
                </a:solidFill>
                <a:latin typeface="HSE Sans"/>
                <a:ea typeface="HSE Sans"/>
                <a:cs typeface="HSE Sans"/>
                <a:sym typeface="HSE Sans"/>
              </a:defRPr>
            </a:lvl1pPr>
          </a:lstStyle>
          <a:p>
            <a:pPr/>
            <a:r>
              <a:t>Name of presentation can be provided in two or three lines (10 pt)</a:t>
            </a:r>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Текст_2">
    <p:spTree>
      <p:nvGrpSpPr>
        <p:cNvPr id="1" name=""/>
        <p:cNvGrpSpPr/>
        <p:nvPr/>
      </p:nvGrpSpPr>
      <p:grpSpPr>
        <a:xfrm>
          <a:off x="0" y="0"/>
          <a:ext cx="0" cy="0"/>
          <a:chOff x="0" y="0"/>
          <a:chExt cx="0" cy="0"/>
        </a:xfrm>
      </p:grpSpPr>
      <p:pic>
        <p:nvPicPr>
          <p:cNvPr id="47" name="Picture 4" descr="Picture 4"/>
          <p:cNvPicPr>
            <a:picLocks noChangeAspect="1"/>
          </p:cNvPicPr>
          <p:nvPr/>
        </p:nvPicPr>
        <p:blipFill>
          <a:blip r:embed="rId2">
            <a:extLst/>
          </a:blip>
          <a:stretch>
            <a:fillRect/>
          </a:stretch>
        </p:blipFill>
        <p:spPr>
          <a:xfrm>
            <a:off x="517199" y="464362"/>
            <a:ext cx="448276" cy="448277"/>
          </a:xfrm>
          <a:prstGeom prst="rect">
            <a:avLst/>
          </a:prstGeom>
          <a:ln w="12700">
            <a:miter lim="400000"/>
          </a:ln>
        </p:spPr>
      </p:pic>
      <p:sp>
        <p:nvSpPr>
          <p:cNvPr id="48" name="Straight Connector 19"/>
          <p:cNvSpPr/>
          <p:nvPr/>
        </p:nvSpPr>
        <p:spPr>
          <a:xfrm>
            <a:off x="3298685" y="464362"/>
            <a:ext cx="1" cy="586261"/>
          </a:xfrm>
          <a:prstGeom prst="line">
            <a:avLst/>
          </a:prstGeom>
          <a:ln w="12700">
            <a:solidFill>
              <a:srgbClr val="102D69"/>
            </a:solidFill>
            <a:miter/>
          </a:ln>
        </p:spPr>
        <p:txBody>
          <a:bodyPr lIns="45719" rIns="45719"/>
          <a:lstStyle/>
          <a:p>
            <a:pPr/>
          </a:p>
        </p:txBody>
      </p:sp>
      <p:sp>
        <p:nvSpPr>
          <p:cNvPr id="49" name="Straight Connector 21"/>
          <p:cNvSpPr/>
          <p:nvPr/>
        </p:nvSpPr>
        <p:spPr>
          <a:xfrm>
            <a:off x="6099416" y="464362"/>
            <a:ext cx="1" cy="586261"/>
          </a:xfrm>
          <a:prstGeom prst="line">
            <a:avLst/>
          </a:prstGeom>
          <a:ln w="12700">
            <a:solidFill>
              <a:srgbClr val="102D69"/>
            </a:solidFill>
            <a:miter/>
          </a:ln>
        </p:spPr>
        <p:txBody>
          <a:bodyPr lIns="45719" rIns="45719"/>
          <a:lstStyle/>
          <a:p>
            <a:pPr/>
          </a:p>
        </p:txBody>
      </p:sp>
      <p:sp>
        <p:nvSpPr>
          <p:cNvPr id="50" name="Straight Connector 25"/>
          <p:cNvSpPr/>
          <p:nvPr/>
        </p:nvSpPr>
        <p:spPr>
          <a:xfrm>
            <a:off x="10277081" y="464362"/>
            <a:ext cx="1" cy="586261"/>
          </a:xfrm>
          <a:prstGeom prst="line">
            <a:avLst/>
          </a:prstGeom>
          <a:ln w="12700">
            <a:solidFill>
              <a:srgbClr val="102D69"/>
            </a:solidFill>
            <a:miter/>
          </a:ln>
        </p:spPr>
        <p:txBody>
          <a:bodyPr lIns="45719" rIns="45719"/>
          <a:lstStyle/>
          <a:p>
            <a:pPr/>
          </a:p>
        </p:txBody>
      </p:sp>
      <p:sp>
        <p:nvSpPr>
          <p:cNvPr id="51" name="Номер слайда"/>
          <p:cNvSpPr txBox="1"/>
          <p:nvPr>
            <p:ph type="sldNum" sz="quarter" idx="2"/>
          </p:nvPr>
        </p:nvSpPr>
        <p:spPr>
          <a:xfrm>
            <a:off x="10410201" y="532278"/>
            <a:ext cx="295226" cy="304801"/>
          </a:xfrm>
          <a:prstGeom prst="rect">
            <a:avLst/>
          </a:prstGeom>
        </p:spPr>
        <p:txBody>
          <a:bodyPr lIns="0" tIns="0" rIns="0" bIns="0" anchor="t"/>
          <a:lstStyle>
            <a:lvl1pPr algn="l">
              <a:defRPr sz="2000">
                <a:solidFill>
                  <a:srgbClr val="102D69"/>
                </a:solidFill>
                <a:latin typeface="HSE Sans"/>
                <a:ea typeface="HSE Sans"/>
                <a:cs typeface="HSE Sans"/>
                <a:sym typeface="HSE Sans"/>
              </a:defRPr>
            </a:lvl1pPr>
          </a:lstStyle>
          <a:p>
            <a:pPr/>
            <a:fld id="{86CB4B4D-7CA3-9044-876B-883B54F8677D}" type="slidenum"/>
          </a:p>
        </p:txBody>
      </p:sp>
      <p:sp>
        <p:nvSpPr>
          <p:cNvPr id="52" name="Straight Connector 59"/>
          <p:cNvSpPr/>
          <p:nvPr/>
        </p:nvSpPr>
        <p:spPr>
          <a:xfrm>
            <a:off x="11643868" y="464362"/>
            <a:ext cx="1" cy="586261"/>
          </a:xfrm>
          <a:prstGeom prst="line">
            <a:avLst/>
          </a:prstGeom>
          <a:ln w="12700">
            <a:solidFill>
              <a:srgbClr val="102D69"/>
            </a:solidFill>
            <a:miter/>
          </a:ln>
        </p:spPr>
        <p:txBody>
          <a:bodyPr lIns="45719" rIns="45719"/>
          <a:lstStyle/>
          <a:p>
            <a:pPr/>
          </a:p>
        </p:txBody>
      </p:sp>
      <p:sp>
        <p:nvSpPr>
          <p:cNvPr id="53" name="Headline may have two or three lines (24 pt)"/>
          <p:cNvSpPr txBox="1"/>
          <p:nvPr>
            <p:ph type="title" hasCustomPrompt="1"/>
          </p:nvPr>
        </p:nvSpPr>
        <p:spPr>
          <a:xfrm>
            <a:off x="585896" y="1447790"/>
            <a:ext cx="11057957" cy="777026"/>
          </a:xfrm>
          <a:prstGeom prst="rect">
            <a:avLst/>
          </a:prstGeom>
        </p:spPr>
        <p:txBody>
          <a:bodyPr lIns="0" tIns="0" rIns="0" bIns="0" anchor="t">
            <a:normAutofit fontScale="100000" lnSpcReduction="0"/>
          </a:bodyPr>
          <a:lstStyle>
            <a:lvl1pPr>
              <a:lnSpc>
                <a:spcPct val="100000"/>
              </a:lnSpc>
              <a:defRPr sz="2400">
                <a:latin typeface="HSE Sans"/>
                <a:ea typeface="HSE Sans"/>
                <a:cs typeface="HSE Sans"/>
                <a:sym typeface="HSE Sans"/>
              </a:defRPr>
            </a:lvl1pPr>
          </a:lstStyle>
          <a:p>
            <a:pPr/>
            <a:r>
              <a:t>Headline may have two or three lines (24 pt)</a:t>
            </a:r>
          </a:p>
        </p:txBody>
      </p:sp>
      <p:sp>
        <p:nvSpPr>
          <p:cNvPr id="54" name="Уровень текста 1…"/>
          <p:cNvSpPr txBox="1"/>
          <p:nvPr>
            <p:ph type="body" idx="1" hasCustomPrompt="1"/>
          </p:nvPr>
        </p:nvSpPr>
        <p:spPr>
          <a:xfrm>
            <a:off x="585896" y="2379663"/>
            <a:ext cx="11057972" cy="3745093"/>
          </a:xfrm>
          <a:prstGeom prst="rect">
            <a:avLst/>
          </a:prstGeom>
        </p:spPr>
        <p:txBody>
          <a:bodyPr lIns="0" tIns="0" rIns="0" bIns="0" numCol="3" spcCol="126000">
            <a:normAutofit fontScale="100000" lnSpcReduction="0"/>
          </a:bodyPr>
          <a:lstStyle>
            <a:lvl1pPr marL="0" indent="0">
              <a:lnSpc>
                <a:spcPct val="100000"/>
              </a:lnSpc>
              <a:spcBef>
                <a:spcPts val="1200"/>
              </a:spcBef>
              <a:buSzTx/>
              <a:buFontTx/>
              <a:buNone/>
              <a:defRPr sz="1300">
                <a:solidFill>
                  <a:srgbClr val="0E2D69"/>
                </a:solidFill>
                <a:latin typeface="HSE Sans"/>
                <a:ea typeface="HSE Sans"/>
                <a:cs typeface="HSE Sans"/>
                <a:sym typeface="HSE Sans"/>
              </a:defRPr>
            </a:lvl1pPr>
            <a:lvl2pPr marL="0" indent="457200">
              <a:lnSpc>
                <a:spcPct val="100000"/>
              </a:lnSpc>
              <a:spcBef>
                <a:spcPts val="1200"/>
              </a:spcBef>
              <a:buSzTx/>
              <a:buFontTx/>
              <a:buNone/>
              <a:defRPr sz="1300">
                <a:solidFill>
                  <a:srgbClr val="0E2D69"/>
                </a:solidFill>
                <a:latin typeface="HSE Sans"/>
                <a:ea typeface="HSE Sans"/>
                <a:cs typeface="HSE Sans"/>
                <a:sym typeface="HSE Sans"/>
              </a:defRPr>
            </a:lvl2pPr>
            <a:lvl3pPr marL="0" indent="914400">
              <a:lnSpc>
                <a:spcPct val="100000"/>
              </a:lnSpc>
              <a:spcBef>
                <a:spcPts val="1200"/>
              </a:spcBef>
              <a:buSzTx/>
              <a:buFontTx/>
              <a:buNone/>
              <a:defRPr sz="1300">
                <a:solidFill>
                  <a:srgbClr val="0E2D69"/>
                </a:solidFill>
                <a:latin typeface="HSE Sans"/>
                <a:ea typeface="HSE Sans"/>
                <a:cs typeface="HSE Sans"/>
                <a:sym typeface="HSE Sans"/>
              </a:defRPr>
            </a:lvl3pPr>
            <a:lvl4pPr marL="0" indent="1371600">
              <a:lnSpc>
                <a:spcPct val="100000"/>
              </a:lnSpc>
              <a:spcBef>
                <a:spcPts val="1200"/>
              </a:spcBef>
              <a:buSzTx/>
              <a:buFontTx/>
              <a:buNone/>
              <a:defRPr sz="1300">
                <a:solidFill>
                  <a:srgbClr val="0E2D69"/>
                </a:solidFill>
                <a:latin typeface="HSE Sans"/>
                <a:ea typeface="HSE Sans"/>
                <a:cs typeface="HSE Sans"/>
                <a:sym typeface="HSE Sans"/>
              </a:defRPr>
            </a:lvl4pPr>
            <a:lvl5pPr marL="0" indent="1828800">
              <a:lnSpc>
                <a:spcPct val="100000"/>
              </a:lnSpc>
              <a:spcBef>
                <a:spcPts val="1200"/>
              </a:spcBef>
              <a:buSzTx/>
              <a:buFontTx/>
              <a:buNone/>
              <a:defRPr sz="1300">
                <a:solidFill>
                  <a:srgbClr val="0E2D69"/>
                </a:solidFill>
                <a:latin typeface="HSE Sans"/>
                <a:ea typeface="HSE Sans"/>
                <a:cs typeface="HSE Sans"/>
                <a:sym typeface="HSE Sans"/>
              </a:defRPr>
            </a:lvl5pPr>
          </a:lstStyle>
          <a:p>
            <a:pPr/>
            <a:r>
              <a:t>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a:t>
            </a:r>
          </a:p>
          <a:p>
            <a:pPr lvl="1"/>
            <a:r>
              <a:t/>
            </a:r>
          </a:p>
          <a:p>
            <a:pPr lvl="2"/>
            <a:r>
              <a:t/>
            </a:r>
          </a:p>
          <a:p>
            <a:pPr lvl="3"/>
            <a:r>
              <a:t/>
            </a:r>
          </a:p>
          <a:p>
            <a:pPr lvl="4"/>
            <a:r>
              <a:t/>
            </a:r>
          </a:p>
        </p:txBody>
      </p:sp>
      <p:sp>
        <p:nvSpPr>
          <p:cNvPr id="55" name="Текст 37"/>
          <p:cNvSpPr/>
          <p:nvPr>
            <p:ph type="body" sz="quarter" idx="21" hasCustomPrompt="1"/>
          </p:nvPr>
        </p:nvSpPr>
        <p:spPr>
          <a:xfrm>
            <a:off x="1143689" y="540903"/>
            <a:ext cx="1901826" cy="415926"/>
          </a:xfrm>
          <a:prstGeom prst="rect">
            <a:avLst/>
          </a:prstGeom>
        </p:spPr>
        <p:txBody>
          <a:bodyPr lIns="0" tIns="0" rIns="0" bIns="0">
            <a:normAutofit fontScale="100000" lnSpcReduction="0"/>
          </a:bodyPr>
          <a:lstStyle>
            <a:lvl1pPr marL="0" indent="0">
              <a:lnSpc>
                <a:spcPct val="100000"/>
              </a:lnSpc>
              <a:spcBef>
                <a:spcPts val="0"/>
              </a:spcBef>
              <a:buSzTx/>
              <a:buFontTx/>
              <a:buNone/>
              <a:defRPr sz="1000">
                <a:latin typeface="HSE Sans"/>
                <a:ea typeface="HSE Sans"/>
                <a:cs typeface="HSE Sans"/>
                <a:sym typeface="HSE Sans"/>
              </a:defRPr>
            </a:lvl1pPr>
          </a:lstStyle>
          <a:p>
            <a:pPr/>
            <a:r>
              <a:t>Name of subdivisions in two or three lines (10 pt)</a:t>
            </a:r>
          </a:p>
        </p:txBody>
      </p:sp>
      <p:sp>
        <p:nvSpPr>
          <p:cNvPr id="56" name="Текст 39"/>
          <p:cNvSpPr/>
          <p:nvPr>
            <p:ph type="body" sz="quarter" idx="22" hasCustomPrompt="1"/>
          </p:nvPr>
        </p:nvSpPr>
        <p:spPr>
          <a:xfrm>
            <a:off x="3459162" y="548719"/>
            <a:ext cx="2070101" cy="408110"/>
          </a:xfrm>
          <a:prstGeom prst="rect">
            <a:avLst/>
          </a:prstGeom>
        </p:spPr>
        <p:txBody>
          <a:bodyPr lIns="0" tIns="0" rIns="0" bIns="0">
            <a:normAutofit fontScale="100000" lnSpcReduction="0"/>
          </a:bodyPr>
          <a:lstStyle>
            <a:lvl1pPr marL="0" indent="0">
              <a:lnSpc>
                <a:spcPct val="100000"/>
              </a:lnSpc>
              <a:spcBef>
                <a:spcPts val="0"/>
              </a:spcBef>
              <a:buSzTx/>
              <a:buFontTx/>
              <a:buNone/>
              <a:defRPr sz="1000">
                <a:solidFill>
                  <a:srgbClr val="0E2D69"/>
                </a:solidFill>
                <a:latin typeface="HSE Sans"/>
                <a:ea typeface="HSE Sans"/>
                <a:cs typeface="HSE Sans"/>
                <a:sym typeface="HSE Sans"/>
              </a:defRPr>
            </a:lvl1pPr>
          </a:lstStyle>
          <a:p>
            <a:pPr/>
            <a:r>
              <a:t>Name of presentation can be provided in two or three lines (10 pt)</a:t>
            </a:r>
          </a:p>
        </p:txBody>
      </p:sp>
      <p:sp>
        <p:nvSpPr>
          <p:cNvPr id="57" name="Текст 39"/>
          <p:cNvSpPr/>
          <p:nvPr>
            <p:ph type="body" sz="quarter" idx="23" hasCustomPrompt="1"/>
          </p:nvPr>
        </p:nvSpPr>
        <p:spPr>
          <a:xfrm>
            <a:off x="6259891" y="548719"/>
            <a:ext cx="2070101" cy="408110"/>
          </a:xfrm>
          <a:prstGeom prst="rect">
            <a:avLst/>
          </a:prstGeom>
        </p:spPr>
        <p:txBody>
          <a:bodyPr lIns="0" tIns="0" rIns="0" bIns="0">
            <a:normAutofit fontScale="100000" lnSpcReduction="0"/>
          </a:bodyPr>
          <a:lstStyle>
            <a:lvl1pPr marL="0" indent="0">
              <a:lnSpc>
                <a:spcPct val="100000"/>
              </a:lnSpc>
              <a:spcBef>
                <a:spcPts val="0"/>
              </a:spcBef>
              <a:buSzTx/>
              <a:buFontTx/>
              <a:buNone/>
              <a:defRPr sz="1000">
                <a:solidFill>
                  <a:srgbClr val="0E2D69"/>
                </a:solidFill>
                <a:latin typeface="HSE Sans"/>
                <a:ea typeface="HSE Sans"/>
                <a:cs typeface="HSE Sans"/>
                <a:sym typeface="HSE Sans"/>
              </a:defRPr>
            </a:lvl1pPr>
          </a:lstStyle>
          <a:p>
            <a:pPr/>
            <a:r>
              <a:t>Name of presentation can be provided in two or three lines (10 pt)</a:t>
            </a:r>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Текст_3">
    <p:spTree>
      <p:nvGrpSpPr>
        <p:cNvPr id="1" name=""/>
        <p:cNvGrpSpPr/>
        <p:nvPr/>
      </p:nvGrpSpPr>
      <p:grpSpPr>
        <a:xfrm>
          <a:off x="0" y="0"/>
          <a:ext cx="0" cy="0"/>
          <a:chOff x="0" y="0"/>
          <a:chExt cx="0" cy="0"/>
        </a:xfrm>
      </p:grpSpPr>
      <p:pic>
        <p:nvPicPr>
          <p:cNvPr id="64" name="Picture 4" descr="Picture 4"/>
          <p:cNvPicPr>
            <a:picLocks noChangeAspect="1"/>
          </p:cNvPicPr>
          <p:nvPr/>
        </p:nvPicPr>
        <p:blipFill>
          <a:blip r:embed="rId2">
            <a:extLst/>
          </a:blip>
          <a:stretch>
            <a:fillRect/>
          </a:stretch>
        </p:blipFill>
        <p:spPr>
          <a:xfrm>
            <a:off x="517199" y="464362"/>
            <a:ext cx="448276" cy="448277"/>
          </a:xfrm>
          <a:prstGeom prst="rect">
            <a:avLst/>
          </a:prstGeom>
          <a:ln w="12700">
            <a:miter lim="400000"/>
          </a:ln>
        </p:spPr>
      </p:pic>
      <p:sp>
        <p:nvSpPr>
          <p:cNvPr id="65" name="Straight Connector 19"/>
          <p:cNvSpPr/>
          <p:nvPr/>
        </p:nvSpPr>
        <p:spPr>
          <a:xfrm>
            <a:off x="3298685" y="464362"/>
            <a:ext cx="1" cy="586261"/>
          </a:xfrm>
          <a:prstGeom prst="line">
            <a:avLst/>
          </a:prstGeom>
          <a:ln w="12700">
            <a:solidFill>
              <a:srgbClr val="102D69"/>
            </a:solidFill>
            <a:miter/>
          </a:ln>
        </p:spPr>
        <p:txBody>
          <a:bodyPr lIns="45719" rIns="45719"/>
          <a:lstStyle/>
          <a:p>
            <a:pPr/>
          </a:p>
        </p:txBody>
      </p:sp>
      <p:sp>
        <p:nvSpPr>
          <p:cNvPr id="66" name="Straight Connector 21"/>
          <p:cNvSpPr/>
          <p:nvPr/>
        </p:nvSpPr>
        <p:spPr>
          <a:xfrm>
            <a:off x="6099416" y="464362"/>
            <a:ext cx="1" cy="586261"/>
          </a:xfrm>
          <a:prstGeom prst="line">
            <a:avLst/>
          </a:prstGeom>
          <a:ln w="12700">
            <a:solidFill>
              <a:srgbClr val="102D69"/>
            </a:solidFill>
            <a:miter/>
          </a:ln>
        </p:spPr>
        <p:txBody>
          <a:bodyPr lIns="45719" rIns="45719"/>
          <a:lstStyle/>
          <a:p>
            <a:pPr/>
          </a:p>
        </p:txBody>
      </p:sp>
      <p:sp>
        <p:nvSpPr>
          <p:cNvPr id="67" name="Straight Connector 25"/>
          <p:cNvSpPr/>
          <p:nvPr/>
        </p:nvSpPr>
        <p:spPr>
          <a:xfrm>
            <a:off x="10277081" y="464362"/>
            <a:ext cx="1" cy="586261"/>
          </a:xfrm>
          <a:prstGeom prst="line">
            <a:avLst/>
          </a:prstGeom>
          <a:ln w="12700">
            <a:solidFill>
              <a:srgbClr val="102D69"/>
            </a:solidFill>
            <a:miter/>
          </a:ln>
        </p:spPr>
        <p:txBody>
          <a:bodyPr lIns="45719" rIns="45719"/>
          <a:lstStyle/>
          <a:p>
            <a:pPr/>
          </a:p>
        </p:txBody>
      </p:sp>
      <p:sp>
        <p:nvSpPr>
          <p:cNvPr id="68" name="Номер слайда"/>
          <p:cNvSpPr txBox="1"/>
          <p:nvPr>
            <p:ph type="sldNum" sz="quarter" idx="2"/>
          </p:nvPr>
        </p:nvSpPr>
        <p:spPr>
          <a:xfrm>
            <a:off x="10410201" y="532278"/>
            <a:ext cx="295226" cy="304801"/>
          </a:xfrm>
          <a:prstGeom prst="rect">
            <a:avLst/>
          </a:prstGeom>
        </p:spPr>
        <p:txBody>
          <a:bodyPr lIns="0" tIns="0" rIns="0" bIns="0" anchor="t"/>
          <a:lstStyle>
            <a:lvl1pPr algn="l">
              <a:defRPr sz="2000">
                <a:solidFill>
                  <a:srgbClr val="102D69"/>
                </a:solidFill>
                <a:latin typeface="HSE Sans"/>
                <a:ea typeface="HSE Sans"/>
                <a:cs typeface="HSE Sans"/>
                <a:sym typeface="HSE Sans"/>
              </a:defRPr>
            </a:lvl1pPr>
          </a:lstStyle>
          <a:p>
            <a:pPr/>
            <a:fld id="{86CB4B4D-7CA3-9044-876B-883B54F8677D}" type="slidenum"/>
          </a:p>
        </p:txBody>
      </p:sp>
      <p:sp>
        <p:nvSpPr>
          <p:cNvPr id="69" name="Straight Connector 59"/>
          <p:cNvSpPr/>
          <p:nvPr/>
        </p:nvSpPr>
        <p:spPr>
          <a:xfrm>
            <a:off x="11643868" y="464362"/>
            <a:ext cx="1" cy="586261"/>
          </a:xfrm>
          <a:prstGeom prst="line">
            <a:avLst/>
          </a:prstGeom>
          <a:ln w="12700">
            <a:solidFill>
              <a:srgbClr val="102D69"/>
            </a:solidFill>
            <a:miter/>
          </a:ln>
        </p:spPr>
        <p:txBody>
          <a:bodyPr lIns="45719" rIns="45719"/>
          <a:lstStyle/>
          <a:p>
            <a:pPr/>
          </a:p>
        </p:txBody>
      </p:sp>
      <p:sp>
        <p:nvSpPr>
          <p:cNvPr id="70" name="Уровень текста 1…"/>
          <p:cNvSpPr txBox="1"/>
          <p:nvPr>
            <p:ph type="body" sz="quarter" idx="1" hasCustomPrompt="1"/>
          </p:nvPr>
        </p:nvSpPr>
        <p:spPr>
          <a:xfrm>
            <a:off x="585898" y="2379663"/>
            <a:ext cx="4322532" cy="2399372"/>
          </a:xfrm>
          <a:prstGeom prst="rect">
            <a:avLst/>
          </a:prstGeom>
        </p:spPr>
        <p:txBody>
          <a:bodyPr lIns="0" tIns="0" rIns="0" bIns="0">
            <a:normAutofit fontScale="100000" lnSpcReduction="0"/>
          </a:bodyPr>
          <a:lstStyle>
            <a:lvl1pPr marL="0" indent="0">
              <a:lnSpc>
                <a:spcPct val="100000"/>
              </a:lnSpc>
              <a:buSzTx/>
              <a:buFontTx/>
              <a:buNone/>
              <a:defRPr sz="1300">
                <a:solidFill>
                  <a:srgbClr val="0E2D69"/>
                </a:solidFill>
                <a:latin typeface="HSE Sans"/>
                <a:ea typeface="HSE Sans"/>
                <a:cs typeface="HSE Sans"/>
                <a:sym typeface="HSE Sans"/>
              </a:defRPr>
            </a:lvl1pPr>
            <a:lvl2pPr marL="0" indent="457200">
              <a:lnSpc>
                <a:spcPct val="100000"/>
              </a:lnSpc>
              <a:buSzTx/>
              <a:buFontTx/>
              <a:buNone/>
              <a:defRPr sz="1300">
                <a:solidFill>
                  <a:srgbClr val="0E2D69"/>
                </a:solidFill>
                <a:latin typeface="HSE Sans"/>
                <a:ea typeface="HSE Sans"/>
                <a:cs typeface="HSE Sans"/>
                <a:sym typeface="HSE Sans"/>
              </a:defRPr>
            </a:lvl2pPr>
            <a:lvl3pPr marL="0" indent="914400">
              <a:lnSpc>
                <a:spcPct val="100000"/>
              </a:lnSpc>
              <a:buSzTx/>
              <a:buFontTx/>
              <a:buNone/>
              <a:defRPr sz="1300">
                <a:solidFill>
                  <a:srgbClr val="0E2D69"/>
                </a:solidFill>
                <a:latin typeface="HSE Sans"/>
                <a:ea typeface="HSE Sans"/>
                <a:cs typeface="HSE Sans"/>
                <a:sym typeface="HSE Sans"/>
              </a:defRPr>
            </a:lvl3pPr>
            <a:lvl4pPr marL="0" indent="1371600">
              <a:lnSpc>
                <a:spcPct val="100000"/>
              </a:lnSpc>
              <a:buSzTx/>
              <a:buFontTx/>
              <a:buNone/>
              <a:defRPr sz="1300">
                <a:solidFill>
                  <a:srgbClr val="0E2D69"/>
                </a:solidFill>
                <a:latin typeface="HSE Sans"/>
                <a:ea typeface="HSE Sans"/>
                <a:cs typeface="HSE Sans"/>
                <a:sym typeface="HSE Sans"/>
              </a:defRPr>
            </a:lvl4pPr>
            <a:lvl5pPr marL="0" indent="1828800">
              <a:lnSpc>
                <a:spcPct val="100000"/>
              </a:lnSpc>
              <a:buSzTx/>
              <a:buFontTx/>
              <a:buNone/>
              <a:defRPr sz="1300">
                <a:solidFill>
                  <a:srgbClr val="0E2D69"/>
                </a:solidFill>
                <a:latin typeface="HSE Sans"/>
                <a:ea typeface="HSE Sans"/>
                <a:cs typeface="HSE Sans"/>
                <a:sym typeface="HSE Sans"/>
              </a:defRPr>
            </a:lvl5pPr>
          </a:lstStyle>
          <a:p>
            <a:pPr/>
            <a:r>
              <a:t>Here I am, a regular text as seen on the right; you can take me anywhere in the same size (13 pt), so I am readable on both the screen and in print-outs of slides. Don’t increase my size if you don’t need to, since you have the full screen option at your fingertips. Here I am, a regular text as described on the right; you can take me anywhere in the same size (13 pt), so I am readable on both the screen and in print-outs of slides. Don’t increase my size if you don’t need to, since you have the full screen option at your fingertips.</a:t>
            </a:r>
          </a:p>
          <a:p>
            <a:pPr lvl="1"/>
            <a:r>
              <a:t/>
            </a:r>
          </a:p>
          <a:p>
            <a:pPr lvl="2"/>
            <a:r>
              <a:t/>
            </a:r>
          </a:p>
          <a:p>
            <a:pPr lvl="3"/>
            <a:r>
              <a:t/>
            </a:r>
          </a:p>
          <a:p>
            <a:pPr lvl="4"/>
            <a:r>
              <a:t/>
            </a:r>
          </a:p>
        </p:txBody>
      </p:sp>
      <p:sp>
        <p:nvSpPr>
          <p:cNvPr id="71" name="Текст 35"/>
          <p:cNvSpPr/>
          <p:nvPr>
            <p:ph type="body" sz="quarter" idx="21" hasCustomPrompt="1"/>
          </p:nvPr>
        </p:nvSpPr>
        <p:spPr>
          <a:xfrm>
            <a:off x="585896" y="5183249"/>
            <a:ext cx="3934347" cy="553999"/>
          </a:xfrm>
          <a:prstGeom prst="rect">
            <a:avLst/>
          </a:prstGeom>
        </p:spPr>
        <p:txBody>
          <a:bodyPr lIns="0" tIns="0" rIns="0" bIns="0">
            <a:normAutofit fontScale="100000" lnSpcReduction="0"/>
          </a:bodyPr>
          <a:lstStyle>
            <a:lvl1pPr marL="0" indent="0">
              <a:lnSpc>
                <a:spcPct val="100000"/>
              </a:lnSpc>
              <a:buSzTx/>
              <a:buFontTx/>
              <a:buNone/>
              <a:defRPr sz="1000">
                <a:solidFill>
                  <a:srgbClr val="0E2D69"/>
                </a:solidFill>
                <a:latin typeface="HSE Sans"/>
                <a:ea typeface="HSE Sans"/>
                <a:cs typeface="HSE Sans"/>
                <a:sym typeface="HSE Sans"/>
              </a:defRPr>
            </a:lvl1pPr>
          </a:lstStyle>
          <a:p>
            <a:pPr/>
            <a:r>
              <a:t>Notes, other clarifications or additional information should be presented in a smaller size (10 pt)</a:t>
            </a:r>
          </a:p>
        </p:txBody>
      </p:sp>
      <p:sp>
        <p:nvSpPr>
          <p:cNvPr id="72" name="Текст 22"/>
          <p:cNvSpPr/>
          <p:nvPr>
            <p:ph type="body" sz="half" idx="22" hasCustomPrompt="1"/>
          </p:nvPr>
        </p:nvSpPr>
        <p:spPr>
          <a:xfrm>
            <a:off x="6259891" y="2379663"/>
            <a:ext cx="5383970" cy="3451795"/>
          </a:xfrm>
          <a:prstGeom prst="rect">
            <a:avLst/>
          </a:prstGeom>
        </p:spPr>
        <p:txBody>
          <a:bodyPr lIns="0" tIns="0" rIns="0" bIns="0">
            <a:normAutofit fontScale="100000" lnSpcReduction="0"/>
          </a:bodyPr>
          <a:lstStyle>
            <a:lvl1pPr marL="0" indent="0">
              <a:buSzTx/>
              <a:buFontTx/>
              <a:buNone/>
              <a:defRPr sz="3200">
                <a:solidFill>
                  <a:srgbClr val="102D69"/>
                </a:solidFill>
                <a:latin typeface="HSE Sans"/>
                <a:ea typeface="HSE Sans"/>
                <a:cs typeface="HSE Sans"/>
                <a:sym typeface="HSE Sans"/>
              </a:defRPr>
            </a:lvl1pPr>
          </a:lstStyle>
          <a:p>
            <a:pPr/>
            <a:r>
              <a:t>Short phrase with important information can have a larger font size than normal, but we don’t recommend doing this often.</a:t>
            </a:r>
          </a:p>
        </p:txBody>
      </p:sp>
      <p:sp>
        <p:nvSpPr>
          <p:cNvPr id="73" name="Headline may have two or three lines (24 pt)"/>
          <p:cNvSpPr txBox="1"/>
          <p:nvPr>
            <p:ph type="title" hasCustomPrompt="1"/>
          </p:nvPr>
        </p:nvSpPr>
        <p:spPr>
          <a:xfrm>
            <a:off x="585896" y="1447790"/>
            <a:ext cx="11057957" cy="777026"/>
          </a:xfrm>
          <a:prstGeom prst="rect">
            <a:avLst/>
          </a:prstGeom>
        </p:spPr>
        <p:txBody>
          <a:bodyPr lIns="0" tIns="0" rIns="0" bIns="0" anchor="t">
            <a:normAutofit fontScale="100000" lnSpcReduction="0"/>
          </a:bodyPr>
          <a:lstStyle>
            <a:lvl1pPr>
              <a:lnSpc>
                <a:spcPct val="100000"/>
              </a:lnSpc>
              <a:defRPr sz="2400">
                <a:latin typeface="HSE Sans"/>
                <a:ea typeface="HSE Sans"/>
                <a:cs typeface="HSE Sans"/>
                <a:sym typeface="HSE Sans"/>
              </a:defRPr>
            </a:lvl1pPr>
          </a:lstStyle>
          <a:p>
            <a:pPr/>
            <a:r>
              <a:t>Headline may have two or three lines (24 pt)</a:t>
            </a:r>
          </a:p>
        </p:txBody>
      </p:sp>
      <p:sp>
        <p:nvSpPr>
          <p:cNvPr id="74" name="Текст 37"/>
          <p:cNvSpPr/>
          <p:nvPr>
            <p:ph type="body" sz="quarter" idx="23" hasCustomPrompt="1"/>
          </p:nvPr>
        </p:nvSpPr>
        <p:spPr>
          <a:xfrm>
            <a:off x="1143689" y="540903"/>
            <a:ext cx="1901826" cy="415926"/>
          </a:xfrm>
          <a:prstGeom prst="rect">
            <a:avLst/>
          </a:prstGeom>
        </p:spPr>
        <p:txBody>
          <a:bodyPr lIns="0" tIns="0" rIns="0" bIns="0">
            <a:normAutofit fontScale="100000" lnSpcReduction="0"/>
          </a:bodyPr>
          <a:lstStyle>
            <a:lvl1pPr marL="0" indent="0">
              <a:lnSpc>
                <a:spcPct val="100000"/>
              </a:lnSpc>
              <a:spcBef>
                <a:spcPts val="0"/>
              </a:spcBef>
              <a:buSzTx/>
              <a:buFontTx/>
              <a:buNone/>
              <a:defRPr sz="1000">
                <a:latin typeface="HSE Sans"/>
                <a:ea typeface="HSE Sans"/>
                <a:cs typeface="HSE Sans"/>
                <a:sym typeface="HSE Sans"/>
              </a:defRPr>
            </a:lvl1pPr>
          </a:lstStyle>
          <a:p>
            <a:pPr/>
            <a:r>
              <a:t>Name of subdivisions in two or three lines (10 pt)</a:t>
            </a:r>
          </a:p>
        </p:txBody>
      </p:sp>
      <p:sp>
        <p:nvSpPr>
          <p:cNvPr id="75" name="Текст 39"/>
          <p:cNvSpPr/>
          <p:nvPr>
            <p:ph type="body" sz="quarter" idx="24" hasCustomPrompt="1"/>
          </p:nvPr>
        </p:nvSpPr>
        <p:spPr>
          <a:xfrm>
            <a:off x="3459162" y="548719"/>
            <a:ext cx="2070101" cy="408110"/>
          </a:xfrm>
          <a:prstGeom prst="rect">
            <a:avLst/>
          </a:prstGeom>
        </p:spPr>
        <p:txBody>
          <a:bodyPr lIns="0" tIns="0" rIns="0" bIns="0">
            <a:normAutofit fontScale="100000" lnSpcReduction="0"/>
          </a:bodyPr>
          <a:lstStyle>
            <a:lvl1pPr marL="0" indent="0">
              <a:lnSpc>
                <a:spcPct val="100000"/>
              </a:lnSpc>
              <a:spcBef>
                <a:spcPts val="0"/>
              </a:spcBef>
              <a:buSzTx/>
              <a:buFontTx/>
              <a:buNone/>
              <a:defRPr sz="1000">
                <a:solidFill>
                  <a:srgbClr val="0E2D69"/>
                </a:solidFill>
                <a:latin typeface="HSE Sans"/>
                <a:ea typeface="HSE Sans"/>
                <a:cs typeface="HSE Sans"/>
                <a:sym typeface="HSE Sans"/>
              </a:defRPr>
            </a:lvl1pPr>
          </a:lstStyle>
          <a:p>
            <a:pPr/>
            <a:r>
              <a:t>Name of presentation can be provided in two or three lines (10 pt)</a:t>
            </a:r>
          </a:p>
        </p:txBody>
      </p:sp>
      <p:sp>
        <p:nvSpPr>
          <p:cNvPr id="76" name="Текст 39"/>
          <p:cNvSpPr/>
          <p:nvPr>
            <p:ph type="body" sz="quarter" idx="25" hasCustomPrompt="1"/>
          </p:nvPr>
        </p:nvSpPr>
        <p:spPr>
          <a:xfrm>
            <a:off x="6259891" y="548719"/>
            <a:ext cx="2070101" cy="408110"/>
          </a:xfrm>
          <a:prstGeom prst="rect">
            <a:avLst/>
          </a:prstGeom>
        </p:spPr>
        <p:txBody>
          <a:bodyPr lIns="0" tIns="0" rIns="0" bIns="0">
            <a:normAutofit fontScale="100000" lnSpcReduction="0"/>
          </a:bodyPr>
          <a:lstStyle>
            <a:lvl1pPr marL="0" indent="0">
              <a:lnSpc>
                <a:spcPct val="100000"/>
              </a:lnSpc>
              <a:spcBef>
                <a:spcPts val="0"/>
              </a:spcBef>
              <a:buSzTx/>
              <a:buFontTx/>
              <a:buNone/>
              <a:defRPr sz="1000">
                <a:solidFill>
                  <a:srgbClr val="0E2D69"/>
                </a:solidFill>
                <a:latin typeface="HSE Sans"/>
                <a:ea typeface="HSE Sans"/>
                <a:cs typeface="HSE Sans"/>
                <a:sym typeface="HSE Sans"/>
              </a:defRPr>
            </a:lvl1pPr>
          </a:lstStyle>
          <a:p>
            <a:pPr/>
            <a:r>
              <a:t>Name of presentation can be provided in two or three lines (10 pt)</a:t>
            </a:r>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График_1">
    <p:spTree>
      <p:nvGrpSpPr>
        <p:cNvPr id="1" name=""/>
        <p:cNvGrpSpPr/>
        <p:nvPr/>
      </p:nvGrpSpPr>
      <p:grpSpPr>
        <a:xfrm>
          <a:off x="0" y="0"/>
          <a:ext cx="0" cy="0"/>
          <a:chOff x="0" y="0"/>
          <a:chExt cx="0" cy="0"/>
        </a:xfrm>
      </p:grpSpPr>
      <p:pic>
        <p:nvPicPr>
          <p:cNvPr id="83" name="Picture 4" descr="Picture 4"/>
          <p:cNvPicPr>
            <a:picLocks noChangeAspect="1"/>
          </p:cNvPicPr>
          <p:nvPr/>
        </p:nvPicPr>
        <p:blipFill>
          <a:blip r:embed="rId2">
            <a:extLst/>
          </a:blip>
          <a:stretch>
            <a:fillRect/>
          </a:stretch>
        </p:blipFill>
        <p:spPr>
          <a:xfrm>
            <a:off x="517199" y="464362"/>
            <a:ext cx="448276" cy="448277"/>
          </a:xfrm>
          <a:prstGeom prst="rect">
            <a:avLst/>
          </a:prstGeom>
          <a:ln w="12700">
            <a:miter lim="400000"/>
          </a:ln>
        </p:spPr>
      </p:pic>
      <p:sp>
        <p:nvSpPr>
          <p:cNvPr id="84" name="Straight Connector 19"/>
          <p:cNvSpPr/>
          <p:nvPr/>
        </p:nvSpPr>
        <p:spPr>
          <a:xfrm>
            <a:off x="3298685" y="464362"/>
            <a:ext cx="1" cy="586261"/>
          </a:xfrm>
          <a:prstGeom prst="line">
            <a:avLst/>
          </a:prstGeom>
          <a:ln w="12700">
            <a:solidFill>
              <a:srgbClr val="102D69"/>
            </a:solidFill>
            <a:miter/>
          </a:ln>
        </p:spPr>
        <p:txBody>
          <a:bodyPr lIns="45719" rIns="45719"/>
          <a:lstStyle/>
          <a:p>
            <a:pPr/>
          </a:p>
        </p:txBody>
      </p:sp>
      <p:sp>
        <p:nvSpPr>
          <p:cNvPr id="85" name="Straight Connector 21"/>
          <p:cNvSpPr/>
          <p:nvPr/>
        </p:nvSpPr>
        <p:spPr>
          <a:xfrm>
            <a:off x="6099416" y="464362"/>
            <a:ext cx="1" cy="586261"/>
          </a:xfrm>
          <a:prstGeom prst="line">
            <a:avLst/>
          </a:prstGeom>
          <a:ln w="12700">
            <a:solidFill>
              <a:srgbClr val="102D69"/>
            </a:solidFill>
            <a:miter/>
          </a:ln>
        </p:spPr>
        <p:txBody>
          <a:bodyPr lIns="45719" rIns="45719"/>
          <a:lstStyle/>
          <a:p>
            <a:pPr/>
          </a:p>
        </p:txBody>
      </p:sp>
      <p:sp>
        <p:nvSpPr>
          <p:cNvPr id="86" name="Straight Connector 25"/>
          <p:cNvSpPr/>
          <p:nvPr/>
        </p:nvSpPr>
        <p:spPr>
          <a:xfrm>
            <a:off x="10277081" y="464362"/>
            <a:ext cx="1" cy="586261"/>
          </a:xfrm>
          <a:prstGeom prst="line">
            <a:avLst/>
          </a:prstGeom>
          <a:ln w="12700">
            <a:solidFill>
              <a:srgbClr val="102D69"/>
            </a:solidFill>
            <a:miter/>
          </a:ln>
        </p:spPr>
        <p:txBody>
          <a:bodyPr lIns="45719" rIns="45719"/>
          <a:lstStyle/>
          <a:p>
            <a:pPr/>
          </a:p>
        </p:txBody>
      </p:sp>
      <p:sp>
        <p:nvSpPr>
          <p:cNvPr id="87" name="Номер слайда"/>
          <p:cNvSpPr txBox="1"/>
          <p:nvPr>
            <p:ph type="sldNum" sz="quarter" idx="2"/>
          </p:nvPr>
        </p:nvSpPr>
        <p:spPr>
          <a:xfrm>
            <a:off x="10410201" y="532278"/>
            <a:ext cx="295226" cy="304801"/>
          </a:xfrm>
          <a:prstGeom prst="rect">
            <a:avLst/>
          </a:prstGeom>
        </p:spPr>
        <p:txBody>
          <a:bodyPr lIns="0" tIns="0" rIns="0" bIns="0" anchor="t"/>
          <a:lstStyle>
            <a:lvl1pPr algn="l">
              <a:defRPr sz="2000">
                <a:solidFill>
                  <a:srgbClr val="102D69"/>
                </a:solidFill>
                <a:latin typeface="HSE Sans"/>
                <a:ea typeface="HSE Sans"/>
                <a:cs typeface="HSE Sans"/>
                <a:sym typeface="HSE Sans"/>
              </a:defRPr>
            </a:lvl1pPr>
          </a:lstStyle>
          <a:p>
            <a:pPr/>
            <a:fld id="{86CB4B4D-7CA3-9044-876B-883B54F8677D}" type="slidenum"/>
          </a:p>
        </p:txBody>
      </p:sp>
      <p:sp>
        <p:nvSpPr>
          <p:cNvPr id="88" name="Straight Connector 59"/>
          <p:cNvSpPr/>
          <p:nvPr/>
        </p:nvSpPr>
        <p:spPr>
          <a:xfrm>
            <a:off x="11643868" y="464362"/>
            <a:ext cx="1" cy="586261"/>
          </a:xfrm>
          <a:prstGeom prst="line">
            <a:avLst/>
          </a:prstGeom>
          <a:ln w="12700">
            <a:solidFill>
              <a:srgbClr val="102D69"/>
            </a:solidFill>
            <a:miter/>
          </a:ln>
        </p:spPr>
        <p:txBody>
          <a:bodyPr lIns="45719" rIns="45719"/>
          <a:lstStyle/>
          <a:p>
            <a:pPr/>
          </a:p>
        </p:txBody>
      </p:sp>
      <p:sp>
        <p:nvSpPr>
          <p:cNvPr id="89" name="Headline may have two or three lines (24 pt)"/>
          <p:cNvSpPr txBox="1"/>
          <p:nvPr>
            <p:ph type="title" hasCustomPrompt="1"/>
          </p:nvPr>
        </p:nvSpPr>
        <p:spPr>
          <a:xfrm>
            <a:off x="585899" y="1447790"/>
            <a:ext cx="4322530" cy="777026"/>
          </a:xfrm>
          <a:prstGeom prst="rect">
            <a:avLst/>
          </a:prstGeom>
        </p:spPr>
        <p:txBody>
          <a:bodyPr lIns="0" tIns="0" rIns="0" bIns="0" anchor="t">
            <a:normAutofit fontScale="100000" lnSpcReduction="0"/>
          </a:bodyPr>
          <a:lstStyle>
            <a:lvl1pPr>
              <a:lnSpc>
                <a:spcPct val="100000"/>
              </a:lnSpc>
              <a:defRPr sz="2400">
                <a:latin typeface="HSE Sans"/>
                <a:ea typeface="HSE Sans"/>
                <a:cs typeface="HSE Sans"/>
                <a:sym typeface="HSE Sans"/>
              </a:defRPr>
            </a:lvl1pPr>
          </a:lstStyle>
          <a:p>
            <a:pPr/>
            <a:r>
              <a:t>Headline may have two or three lines (24 pt)</a:t>
            </a:r>
          </a:p>
        </p:txBody>
      </p:sp>
      <p:sp>
        <p:nvSpPr>
          <p:cNvPr id="90" name="Уровень текста 1…"/>
          <p:cNvSpPr txBox="1"/>
          <p:nvPr>
            <p:ph type="body" sz="quarter" idx="1" hasCustomPrompt="1"/>
          </p:nvPr>
        </p:nvSpPr>
        <p:spPr>
          <a:xfrm>
            <a:off x="585898" y="2379663"/>
            <a:ext cx="4322532" cy="2399372"/>
          </a:xfrm>
          <a:prstGeom prst="rect">
            <a:avLst/>
          </a:prstGeom>
        </p:spPr>
        <p:txBody>
          <a:bodyPr lIns="0" tIns="0" rIns="0" bIns="0">
            <a:normAutofit fontScale="100000" lnSpcReduction="0"/>
          </a:bodyPr>
          <a:lstStyle>
            <a:lvl1pPr marL="0" indent="0">
              <a:lnSpc>
                <a:spcPct val="100000"/>
              </a:lnSpc>
              <a:buSzTx/>
              <a:buFontTx/>
              <a:buNone/>
              <a:defRPr sz="1300">
                <a:solidFill>
                  <a:srgbClr val="0E2D69"/>
                </a:solidFill>
                <a:latin typeface="HSE Sans"/>
                <a:ea typeface="HSE Sans"/>
                <a:cs typeface="HSE Sans"/>
                <a:sym typeface="HSE Sans"/>
              </a:defRPr>
            </a:lvl1pPr>
            <a:lvl2pPr marL="0" indent="457200">
              <a:lnSpc>
                <a:spcPct val="100000"/>
              </a:lnSpc>
              <a:buSzTx/>
              <a:buFontTx/>
              <a:buNone/>
              <a:defRPr sz="1300">
                <a:solidFill>
                  <a:srgbClr val="0E2D69"/>
                </a:solidFill>
                <a:latin typeface="HSE Sans"/>
                <a:ea typeface="HSE Sans"/>
                <a:cs typeface="HSE Sans"/>
                <a:sym typeface="HSE Sans"/>
              </a:defRPr>
            </a:lvl2pPr>
            <a:lvl3pPr marL="0" indent="914400">
              <a:lnSpc>
                <a:spcPct val="100000"/>
              </a:lnSpc>
              <a:buSzTx/>
              <a:buFontTx/>
              <a:buNone/>
              <a:defRPr sz="1300">
                <a:solidFill>
                  <a:srgbClr val="0E2D69"/>
                </a:solidFill>
                <a:latin typeface="HSE Sans"/>
                <a:ea typeface="HSE Sans"/>
                <a:cs typeface="HSE Sans"/>
                <a:sym typeface="HSE Sans"/>
              </a:defRPr>
            </a:lvl3pPr>
            <a:lvl4pPr marL="0" indent="1371600">
              <a:lnSpc>
                <a:spcPct val="100000"/>
              </a:lnSpc>
              <a:buSzTx/>
              <a:buFontTx/>
              <a:buNone/>
              <a:defRPr sz="1300">
                <a:solidFill>
                  <a:srgbClr val="0E2D69"/>
                </a:solidFill>
                <a:latin typeface="HSE Sans"/>
                <a:ea typeface="HSE Sans"/>
                <a:cs typeface="HSE Sans"/>
                <a:sym typeface="HSE Sans"/>
              </a:defRPr>
            </a:lvl4pPr>
            <a:lvl5pPr marL="0" indent="1828800">
              <a:lnSpc>
                <a:spcPct val="100000"/>
              </a:lnSpc>
              <a:buSzTx/>
              <a:buFontTx/>
              <a:buNone/>
              <a:defRPr sz="1300">
                <a:solidFill>
                  <a:srgbClr val="0E2D69"/>
                </a:solidFill>
                <a:latin typeface="HSE Sans"/>
                <a:ea typeface="HSE Sans"/>
                <a:cs typeface="HSE Sans"/>
                <a:sym typeface="HSE Sans"/>
              </a:defRPr>
            </a:lvl5pPr>
          </a:lstStyle>
          <a:p>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a:p>
            <a:pPr lvl="1"/>
            <a:r>
              <a:t/>
            </a:r>
          </a:p>
          <a:p>
            <a:pPr lvl="2"/>
            <a:r>
              <a:t/>
            </a:r>
          </a:p>
          <a:p>
            <a:pPr lvl="3"/>
            <a:r>
              <a:t/>
            </a:r>
          </a:p>
          <a:p>
            <a:pPr lvl="4"/>
            <a:r>
              <a:t/>
            </a:r>
          </a:p>
        </p:txBody>
      </p:sp>
      <p:sp>
        <p:nvSpPr>
          <p:cNvPr id="91" name="Текст 35"/>
          <p:cNvSpPr/>
          <p:nvPr>
            <p:ph type="body" sz="quarter" idx="21" hasCustomPrompt="1"/>
          </p:nvPr>
        </p:nvSpPr>
        <p:spPr>
          <a:xfrm>
            <a:off x="585896" y="5183249"/>
            <a:ext cx="3934347" cy="553999"/>
          </a:xfrm>
          <a:prstGeom prst="rect">
            <a:avLst/>
          </a:prstGeom>
        </p:spPr>
        <p:txBody>
          <a:bodyPr lIns="0" tIns="0" rIns="0" bIns="0">
            <a:normAutofit fontScale="100000" lnSpcReduction="0"/>
          </a:bodyPr>
          <a:lstStyle>
            <a:lvl1pPr marL="0" indent="0">
              <a:lnSpc>
                <a:spcPct val="100000"/>
              </a:lnSpc>
              <a:buSzTx/>
              <a:buFontTx/>
              <a:buNone/>
              <a:defRPr sz="1000">
                <a:solidFill>
                  <a:srgbClr val="0E2D69"/>
                </a:solidFill>
                <a:latin typeface="HSE Sans"/>
                <a:ea typeface="HSE Sans"/>
                <a:cs typeface="HSE Sans"/>
                <a:sym typeface="HSE Sans"/>
              </a:defRPr>
            </a:lvl1pPr>
          </a:lstStyle>
          <a:p>
            <a:pPr/>
            <a:r>
              <a:t>Notes, other clarifications or additional information should be presented in a smaller size (10 pt)</a:t>
            </a:r>
          </a:p>
        </p:txBody>
      </p:sp>
      <p:sp>
        <p:nvSpPr>
          <p:cNvPr id="92" name="Текст 37"/>
          <p:cNvSpPr/>
          <p:nvPr>
            <p:ph type="body" sz="quarter" idx="22" hasCustomPrompt="1"/>
          </p:nvPr>
        </p:nvSpPr>
        <p:spPr>
          <a:xfrm>
            <a:off x="1143689" y="540903"/>
            <a:ext cx="1901826" cy="415926"/>
          </a:xfrm>
          <a:prstGeom prst="rect">
            <a:avLst/>
          </a:prstGeom>
        </p:spPr>
        <p:txBody>
          <a:bodyPr lIns="0" tIns="0" rIns="0" bIns="0">
            <a:normAutofit fontScale="100000" lnSpcReduction="0"/>
          </a:bodyPr>
          <a:lstStyle>
            <a:lvl1pPr marL="0" indent="0">
              <a:lnSpc>
                <a:spcPct val="100000"/>
              </a:lnSpc>
              <a:spcBef>
                <a:spcPts val="0"/>
              </a:spcBef>
              <a:buSzTx/>
              <a:buFontTx/>
              <a:buNone/>
              <a:defRPr sz="1000">
                <a:latin typeface="HSE Sans"/>
                <a:ea typeface="HSE Sans"/>
                <a:cs typeface="HSE Sans"/>
                <a:sym typeface="HSE Sans"/>
              </a:defRPr>
            </a:lvl1pPr>
          </a:lstStyle>
          <a:p>
            <a:pPr/>
            <a:r>
              <a:t>Name of subdivisions in two or three lines (10 pt)</a:t>
            </a:r>
          </a:p>
        </p:txBody>
      </p:sp>
      <p:sp>
        <p:nvSpPr>
          <p:cNvPr id="93" name="Текст 39"/>
          <p:cNvSpPr/>
          <p:nvPr>
            <p:ph type="body" sz="quarter" idx="23" hasCustomPrompt="1"/>
          </p:nvPr>
        </p:nvSpPr>
        <p:spPr>
          <a:xfrm>
            <a:off x="3459162" y="548719"/>
            <a:ext cx="2070101" cy="408110"/>
          </a:xfrm>
          <a:prstGeom prst="rect">
            <a:avLst/>
          </a:prstGeom>
        </p:spPr>
        <p:txBody>
          <a:bodyPr lIns="0" tIns="0" rIns="0" bIns="0">
            <a:normAutofit fontScale="100000" lnSpcReduction="0"/>
          </a:bodyPr>
          <a:lstStyle>
            <a:lvl1pPr marL="0" indent="0">
              <a:lnSpc>
                <a:spcPct val="100000"/>
              </a:lnSpc>
              <a:spcBef>
                <a:spcPts val="0"/>
              </a:spcBef>
              <a:buSzTx/>
              <a:buFontTx/>
              <a:buNone/>
              <a:defRPr sz="1000">
                <a:solidFill>
                  <a:srgbClr val="0E2D69"/>
                </a:solidFill>
                <a:latin typeface="HSE Sans"/>
                <a:ea typeface="HSE Sans"/>
                <a:cs typeface="HSE Sans"/>
                <a:sym typeface="HSE Sans"/>
              </a:defRPr>
            </a:lvl1pPr>
          </a:lstStyle>
          <a:p>
            <a:pPr/>
            <a:r>
              <a:t>Name of presentation can be provided in two or three lines (10 pt)</a:t>
            </a:r>
          </a:p>
        </p:txBody>
      </p:sp>
      <p:sp>
        <p:nvSpPr>
          <p:cNvPr id="94" name="Текст 39"/>
          <p:cNvSpPr/>
          <p:nvPr>
            <p:ph type="body" sz="quarter" idx="24" hasCustomPrompt="1"/>
          </p:nvPr>
        </p:nvSpPr>
        <p:spPr>
          <a:xfrm>
            <a:off x="6259891" y="548719"/>
            <a:ext cx="2070101" cy="408110"/>
          </a:xfrm>
          <a:prstGeom prst="rect">
            <a:avLst/>
          </a:prstGeom>
        </p:spPr>
        <p:txBody>
          <a:bodyPr lIns="0" tIns="0" rIns="0" bIns="0">
            <a:normAutofit fontScale="100000" lnSpcReduction="0"/>
          </a:bodyPr>
          <a:lstStyle>
            <a:lvl1pPr marL="0" indent="0">
              <a:lnSpc>
                <a:spcPct val="100000"/>
              </a:lnSpc>
              <a:spcBef>
                <a:spcPts val="0"/>
              </a:spcBef>
              <a:buSzTx/>
              <a:buFontTx/>
              <a:buNone/>
              <a:defRPr sz="1000">
                <a:solidFill>
                  <a:srgbClr val="0E2D69"/>
                </a:solidFill>
                <a:latin typeface="HSE Sans"/>
                <a:ea typeface="HSE Sans"/>
                <a:cs typeface="HSE Sans"/>
                <a:sym typeface="HSE Sans"/>
              </a:defRPr>
            </a:lvl1pPr>
          </a:lstStyle>
          <a:p>
            <a:pPr/>
            <a:r>
              <a:t>Name of presentation can be provided in two or three lines (10 pt)</a:t>
            </a:r>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График_2">
    <p:spTree>
      <p:nvGrpSpPr>
        <p:cNvPr id="1" name=""/>
        <p:cNvGrpSpPr/>
        <p:nvPr/>
      </p:nvGrpSpPr>
      <p:grpSpPr>
        <a:xfrm>
          <a:off x="0" y="0"/>
          <a:ext cx="0" cy="0"/>
          <a:chOff x="0" y="0"/>
          <a:chExt cx="0" cy="0"/>
        </a:xfrm>
      </p:grpSpPr>
      <p:pic>
        <p:nvPicPr>
          <p:cNvPr id="101" name="Picture 4" descr="Picture 4"/>
          <p:cNvPicPr>
            <a:picLocks noChangeAspect="1"/>
          </p:cNvPicPr>
          <p:nvPr/>
        </p:nvPicPr>
        <p:blipFill>
          <a:blip r:embed="rId2">
            <a:extLst/>
          </a:blip>
          <a:stretch>
            <a:fillRect/>
          </a:stretch>
        </p:blipFill>
        <p:spPr>
          <a:xfrm>
            <a:off x="517199" y="464362"/>
            <a:ext cx="448276" cy="448277"/>
          </a:xfrm>
          <a:prstGeom prst="rect">
            <a:avLst/>
          </a:prstGeom>
          <a:ln w="12700">
            <a:miter lim="400000"/>
          </a:ln>
        </p:spPr>
      </p:pic>
      <p:sp>
        <p:nvSpPr>
          <p:cNvPr id="102" name="Straight Connector 19"/>
          <p:cNvSpPr/>
          <p:nvPr/>
        </p:nvSpPr>
        <p:spPr>
          <a:xfrm>
            <a:off x="3298685" y="464362"/>
            <a:ext cx="1" cy="586261"/>
          </a:xfrm>
          <a:prstGeom prst="line">
            <a:avLst/>
          </a:prstGeom>
          <a:ln w="12700">
            <a:solidFill>
              <a:srgbClr val="102D69"/>
            </a:solidFill>
            <a:miter/>
          </a:ln>
        </p:spPr>
        <p:txBody>
          <a:bodyPr lIns="45719" rIns="45719"/>
          <a:lstStyle/>
          <a:p>
            <a:pPr/>
          </a:p>
        </p:txBody>
      </p:sp>
      <p:sp>
        <p:nvSpPr>
          <p:cNvPr id="103" name="Straight Connector 21"/>
          <p:cNvSpPr/>
          <p:nvPr/>
        </p:nvSpPr>
        <p:spPr>
          <a:xfrm>
            <a:off x="6099416" y="464362"/>
            <a:ext cx="1" cy="586261"/>
          </a:xfrm>
          <a:prstGeom prst="line">
            <a:avLst/>
          </a:prstGeom>
          <a:ln w="12700">
            <a:solidFill>
              <a:srgbClr val="102D69"/>
            </a:solidFill>
            <a:miter/>
          </a:ln>
        </p:spPr>
        <p:txBody>
          <a:bodyPr lIns="45719" rIns="45719"/>
          <a:lstStyle/>
          <a:p>
            <a:pPr/>
          </a:p>
        </p:txBody>
      </p:sp>
      <p:sp>
        <p:nvSpPr>
          <p:cNvPr id="104" name="Straight Connector 25"/>
          <p:cNvSpPr/>
          <p:nvPr/>
        </p:nvSpPr>
        <p:spPr>
          <a:xfrm>
            <a:off x="10277081" y="464362"/>
            <a:ext cx="1" cy="586261"/>
          </a:xfrm>
          <a:prstGeom prst="line">
            <a:avLst/>
          </a:prstGeom>
          <a:ln w="12700">
            <a:solidFill>
              <a:srgbClr val="102D69"/>
            </a:solidFill>
            <a:miter/>
          </a:ln>
        </p:spPr>
        <p:txBody>
          <a:bodyPr lIns="45719" rIns="45719"/>
          <a:lstStyle/>
          <a:p>
            <a:pPr/>
          </a:p>
        </p:txBody>
      </p:sp>
      <p:sp>
        <p:nvSpPr>
          <p:cNvPr id="105" name="Номер слайда"/>
          <p:cNvSpPr txBox="1"/>
          <p:nvPr>
            <p:ph type="sldNum" sz="quarter" idx="2"/>
          </p:nvPr>
        </p:nvSpPr>
        <p:spPr>
          <a:xfrm>
            <a:off x="10410201" y="532278"/>
            <a:ext cx="295226" cy="304801"/>
          </a:xfrm>
          <a:prstGeom prst="rect">
            <a:avLst/>
          </a:prstGeom>
        </p:spPr>
        <p:txBody>
          <a:bodyPr lIns="0" tIns="0" rIns="0" bIns="0" anchor="t"/>
          <a:lstStyle>
            <a:lvl1pPr algn="l">
              <a:defRPr sz="2000">
                <a:solidFill>
                  <a:srgbClr val="102D69"/>
                </a:solidFill>
                <a:latin typeface="HSE Sans"/>
                <a:ea typeface="HSE Sans"/>
                <a:cs typeface="HSE Sans"/>
                <a:sym typeface="HSE Sans"/>
              </a:defRPr>
            </a:lvl1pPr>
          </a:lstStyle>
          <a:p>
            <a:pPr/>
            <a:fld id="{86CB4B4D-7CA3-9044-876B-883B54F8677D}" type="slidenum"/>
          </a:p>
        </p:txBody>
      </p:sp>
      <p:sp>
        <p:nvSpPr>
          <p:cNvPr id="106" name="Straight Connector 59"/>
          <p:cNvSpPr/>
          <p:nvPr/>
        </p:nvSpPr>
        <p:spPr>
          <a:xfrm>
            <a:off x="11643868" y="464362"/>
            <a:ext cx="1" cy="586261"/>
          </a:xfrm>
          <a:prstGeom prst="line">
            <a:avLst/>
          </a:prstGeom>
          <a:ln w="12700">
            <a:solidFill>
              <a:srgbClr val="102D69"/>
            </a:solidFill>
            <a:miter/>
          </a:ln>
        </p:spPr>
        <p:txBody>
          <a:bodyPr lIns="45719" rIns="45719"/>
          <a:lstStyle/>
          <a:p>
            <a:pPr/>
          </a:p>
        </p:txBody>
      </p:sp>
      <p:sp>
        <p:nvSpPr>
          <p:cNvPr id="107" name="Уровень текста 1…"/>
          <p:cNvSpPr txBox="1"/>
          <p:nvPr>
            <p:ph type="body" sz="quarter" idx="1" hasCustomPrompt="1"/>
          </p:nvPr>
        </p:nvSpPr>
        <p:spPr>
          <a:xfrm>
            <a:off x="585896" y="5183249"/>
            <a:ext cx="3934347" cy="553999"/>
          </a:xfrm>
          <a:prstGeom prst="rect">
            <a:avLst/>
          </a:prstGeom>
        </p:spPr>
        <p:txBody>
          <a:bodyPr lIns="0" tIns="0" rIns="0" bIns="0">
            <a:normAutofit fontScale="100000" lnSpcReduction="0"/>
          </a:bodyPr>
          <a:lstStyle>
            <a:lvl1pPr marL="0" indent="0">
              <a:lnSpc>
                <a:spcPct val="100000"/>
              </a:lnSpc>
              <a:buSzTx/>
              <a:buFontTx/>
              <a:buNone/>
              <a:defRPr sz="1000">
                <a:solidFill>
                  <a:srgbClr val="0E2D69"/>
                </a:solidFill>
                <a:latin typeface="HSE Sans"/>
                <a:ea typeface="HSE Sans"/>
                <a:cs typeface="HSE Sans"/>
                <a:sym typeface="HSE Sans"/>
              </a:defRPr>
            </a:lvl1pPr>
            <a:lvl2pPr marL="0" indent="457200">
              <a:lnSpc>
                <a:spcPct val="100000"/>
              </a:lnSpc>
              <a:buSzTx/>
              <a:buFontTx/>
              <a:buNone/>
              <a:defRPr sz="1000">
                <a:solidFill>
                  <a:srgbClr val="0E2D69"/>
                </a:solidFill>
                <a:latin typeface="HSE Sans"/>
                <a:ea typeface="HSE Sans"/>
                <a:cs typeface="HSE Sans"/>
                <a:sym typeface="HSE Sans"/>
              </a:defRPr>
            </a:lvl2pPr>
            <a:lvl3pPr marL="0" indent="914400">
              <a:lnSpc>
                <a:spcPct val="100000"/>
              </a:lnSpc>
              <a:buSzTx/>
              <a:buFontTx/>
              <a:buNone/>
              <a:defRPr sz="1000">
                <a:solidFill>
                  <a:srgbClr val="0E2D69"/>
                </a:solidFill>
                <a:latin typeface="HSE Sans"/>
                <a:ea typeface="HSE Sans"/>
                <a:cs typeface="HSE Sans"/>
                <a:sym typeface="HSE Sans"/>
              </a:defRPr>
            </a:lvl3pPr>
            <a:lvl4pPr marL="0" indent="1371600">
              <a:lnSpc>
                <a:spcPct val="100000"/>
              </a:lnSpc>
              <a:buSzTx/>
              <a:buFontTx/>
              <a:buNone/>
              <a:defRPr sz="1000">
                <a:solidFill>
                  <a:srgbClr val="0E2D69"/>
                </a:solidFill>
                <a:latin typeface="HSE Sans"/>
                <a:ea typeface="HSE Sans"/>
                <a:cs typeface="HSE Sans"/>
                <a:sym typeface="HSE Sans"/>
              </a:defRPr>
            </a:lvl4pPr>
            <a:lvl5pPr marL="0" indent="1828800">
              <a:lnSpc>
                <a:spcPct val="100000"/>
              </a:lnSpc>
              <a:buSzTx/>
              <a:buFontTx/>
              <a:buNone/>
              <a:defRPr sz="1000">
                <a:solidFill>
                  <a:srgbClr val="0E2D69"/>
                </a:solidFill>
                <a:latin typeface="HSE Sans"/>
                <a:ea typeface="HSE Sans"/>
                <a:cs typeface="HSE Sans"/>
                <a:sym typeface="HSE Sans"/>
              </a:defRPr>
            </a:lvl5pPr>
          </a:lstStyle>
          <a:p>
            <a:pPr/>
            <a:r>
              <a:t>Примечания, или любая другая пояснительная или дополнительная информация набираются шрифтом размером 10 pt</a:t>
            </a:r>
          </a:p>
          <a:p>
            <a:pPr lvl="1"/>
            <a:r>
              <a:t/>
            </a:r>
          </a:p>
          <a:p>
            <a:pPr lvl="2"/>
            <a:r>
              <a:t/>
            </a:r>
          </a:p>
          <a:p>
            <a:pPr lvl="3"/>
            <a:r>
              <a:t/>
            </a:r>
          </a:p>
          <a:p>
            <a:pPr lvl="4"/>
            <a:r>
              <a:t/>
            </a:r>
          </a:p>
        </p:txBody>
      </p:sp>
      <p:sp>
        <p:nvSpPr>
          <p:cNvPr id="108" name="Текст 22"/>
          <p:cNvSpPr/>
          <p:nvPr>
            <p:ph type="body" sz="quarter" idx="21" hasCustomPrompt="1"/>
          </p:nvPr>
        </p:nvSpPr>
        <p:spPr>
          <a:xfrm>
            <a:off x="585787" y="1447064"/>
            <a:ext cx="4322764" cy="703205"/>
          </a:xfrm>
          <a:prstGeom prst="rect">
            <a:avLst/>
          </a:prstGeom>
        </p:spPr>
        <p:txBody>
          <a:bodyPr>
            <a:normAutofit fontScale="100000" lnSpcReduction="0"/>
          </a:bodyPr>
          <a:lstStyle>
            <a:lvl1pPr marL="0" indent="0">
              <a:buSzTx/>
              <a:buFontTx/>
              <a:buNone/>
              <a:defRPr sz="1600">
                <a:solidFill>
                  <a:srgbClr val="102D69"/>
                </a:solidFill>
                <a:latin typeface="HSE Sans"/>
                <a:ea typeface="HSE Sans"/>
                <a:cs typeface="HSE Sans"/>
                <a:sym typeface="HSE Sans"/>
              </a:defRPr>
            </a:lvl1pPr>
          </a:lstStyle>
          <a:p>
            <a:pPr/>
            <a:r>
              <a:t>Name of graph. Please note that table titles should be smaller than headlines (16 pt)</a:t>
            </a:r>
          </a:p>
        </p:txBody>
      </p:sp>
      <p:sp>
        <p:nvSpPr>
          <p:cNvPr id="109" name="Текст 35"/>
          <p:cNvSpPr/>
          <p:nvPr>
            <p:ph type="body" sz="quarter" idx="22" hasCustomPrompt="1"/>
          </p:nvPr>
        </p:nvSpPr>
        <p:spPr>
          <a:xfrm>
            <a:off x="585897" y="2379663"/>
            <a:ext cx="4322533" cy="2399372"/>
          </a:xfrm>
          <a:prstGeom prst="rect">
            <a:avLst/>
          </a:prstGeom>
        </p:spPr>
        <p:txBody>
          <a:bodyPr lIns="0" tIns="0" rIns="0" bIns="0">
            <a:normAutofit fontScale="100000" lnSpcReduction="0"/>
          </a:bodyPr>
          <a:lstStyle>
            <a:lvl1pPr marL="0" indent="0">
              <a:lnSpc>
                <a:spcPct val="100000"/>
              </a:lnSpc>
              <a:buSzTx/>
              <a:buFontTx/>
              <a:buNone/>
              <a:defRPr sz="1300">
                <a:solidFill>
                  <a:srgbClr val="0E2D69"/>
                </a:solidFill>
                <a:latin typeface="HSE Sans"/>
                <a:ea typeface="HSE Sans"/>
                <a:cs typeface="HSE Sans"/>
                <a:sym typeface="HSE Sans"/>
              </a:defRPr>
            </a:lvl1pPr>
          </a:lstStyle>
          <a:p>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id="110" name="Текст 37"/>
          <p:cNvSpPr/>
          <p:nvPr>
            <p:ph type="body" sz="quarter" idx="23" hasCustomPrompt="1"/>
          </p:nvPr>
        </p:nvSpPr>
        <p:spPr>
          <a:xfrm>
            <a:off x="1143689" y="540903"/>
            <a:ext cx="1901826" cy="415926"/>
          </a:xfrm>
          <a:prstGeom prst="rect">
            <a:avLst/>
          </a:prstGeom>
        </p:spPr>
        <p:txBody>
          <a:bodyPr lIns="0" tIns="0" rIns="0" bIns="0">
            <a:normAutofit fontScale="100000" lnSpcReduction="0"/>
          </a:bodyPr>
          <a:lstStyle>
            <a:lvl1pPr marL="0" indent="0">
              <a:lnSpc>
                <a:spcPct val="100000"/>
              </a:lnSpc>
              <a:spcBef>
                <a:spcPts val="0"/>
              </a:spcBef>
              <a:buSzTx/>
              <a:buFontTx/>
              <a:buNone/>
              <a:defRPr sz="1000">
                <a:latin typeface="HSE Sans"/>
                <a:ea typeface="HSE Sans"/>
                <a:cs typeface="HSE Sans"/>
                <a:sym typeface="HSE Sans"/>
              </a:defRPr>
            </a:lvl1pPr>
          </a:lstStyle>
          <a:p>
            <a:pPr/>
            <a:r>
              <a:t>Name of subdivisions in two or three lines (10 pt)</a:t>
            </a:r>
          </a:p>
        </p:txBody>
      </p:sp>
      <p:sp>
        <p:nvSpPr>
          <p:cNvPr id="111" name="Текст 39"/>
          <p:cNvSpPr/>
          <p:nvPr>
            <p:ph type="body" sz="quarter" idx="24" hasCustomPrompt="1"/>
          </p:nvPr>
        </p:nvSpPr>
        <p:spPr>
          <a:xfrm>
            <a:off x="3459162" y="548719"/>
            <a:ext cx="2070101" cy="408110"/>
          </a:xfrm>
          <a:prstGeom prst="rect">
            <a:avLst/>
          </a:prstGeom>
        </p:spPr>
        <p:txBody>
          <a:bodyPr lIns="0" tIns="0" rIns="0" bIns="0">
            <a:normAutofit fontScale="100000" lnSpcReduction="0"/>
          </a:bodyPr>
          <a:lstStyle>
            <a:lvl1pPr marL="0" indent="0">
              <a:lnSpc>
                <a:spcPct val="100000"/>
              </a:lnSpc>
              <a:spcBef>
                <a:spcPts val="0"/>
              </a:spcBef>
              <a:buSzTx/>
              <a:buFontTx/>
              <a:buNone/>
              <a:defRPr sz="1000">
                <a:solidFill>
                  <a:srgbClr val="0E2D69"/>
                </a:solidFill>
                <a:latin typeface="HSE Sans"/>
                <a:ea typeface="HSE Sans"/>
                <a:cs typeface="HSE Sans"/>
                <a:sym typeface="HSE Sans"/>
              </a:defRPr>
            </a:lvl1pPr>
          </a:lstStyle>
          <a:p>
            <a:pPr/>
            <a:r>
              <a:t>Name of presentation can be provided in two or three lines (10 pt)</a:t>
            </a:r>
          </a:p>
        </p:txBody>
      </p:sp>
      <p:sp>
        <p:nvSpPr>
          <p:cNvPr id="112" name="Текст 39"/>
          <p:cNvSpPr/>
          <p:nvPr>
            <p:ph type="body" sz="quarter" idx="25" hasCustomPrompt="1"/>
          </p:nvPr>
        </p:nvSpPr>
        <p:spPr>
          <a:xfrm>
            <a:off x="6259891" y="548719"/>
            <a:ext cx="2070101" cy="408110"/>
          </a:xfrm>
          <a:prstGeom prst="rect">
            <a:avLst/>
          </a:prstGeom>
        </p:spPr>
        <p:txBody>
          <a:bodyPr lIns="0" tIns="0" rIns="0" bIns="0">
            <a:normAutofit fontScale="100000" lnSpcReduction="0"/>
          </a:bodyPr>
          <a:lstStyle>
            <a:lvl1pPr marL="0" indent="0">
              <a:lnSpc>
                <a:spcPct val="100000"/>
              </a:lnSpc>
              <a:spcBef>
                <a:spcPts val="0"/>
              </a:spcBef>
              <a:buSzTx/>
              <a:buFontTx/>
              <a:buNone/>
              <a:defRPr sz="1000">
                <a:solidFill>
                  <a:srgbClr val="0E2D69"/>
                </a:solidFill>
                <a:latin typeface="HSE Sans"/>
                <a:ea typeface="HSE Sans"/>
                <a:cs typeface="HSE Sans"/>
                <a:sym typeface="HSE Sans"/>
              </a:defRPr>
            </a:lvl1pPr>
          </a:lstStyle>
          <a:p>
            <a:pPr/>
            <a:r>
              <a:t>Name of presentation can be provided in two or three lines (10 pt)</a:t>
            </a:r>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Цифры">
    <p:spTree>
      <p:nvGrpSpPr>
        <p:cNvPr id="1" name=""/>
        <p:cNvGrpSpPr/>
        <p:nvPr/>
      </p:nvGrpSpPr>
      <p:grpSpPr>
        <a:xfrm>
          <a:off x="0" y="0"/>
          <a:ext cx="0" cy="0"/>
          <a:chOff x="0" y="0"/>
          <a:chExt cx="0" cy="0"/>
        </a:xfrm>
      </p:grpSpPr>
      <p:pic>
        <p:nvPicPr>
          <p:cNvPr id="119" name="Picture 4" descr="Picture 4"/>
          <p:cNvPicPr>
            <a:picLocks noChangeAspect="1"/>
          </p:cNvPicPr>
          <p:nvPr/>
        </p:nvPicPr>
        <p:blipFill>
          <a:blip r:embed="rId2">
            <a:extLst/>
          </a:blip>
          <a:stretch>
            <a:fillRect/>
          </a:stretch>
        </p:blipFill>
        <p:spPr>
          <a:xfrm>
            <a:off x="517199" y="464362"/>
            <a:ext cx="448276" cy="448277"/>
          </a:xfrm>
          <a:prstGeom prst="rect">
            <a:avLst/>
          </a:prstGeom>
          <a:ln w="12700">
            <a:miter lim="400000"/>
          </a:ln>
        </p:spPr>
      </p:pic>
      <p:sp>
        <p:nvSpPr>
          <p:cNvPr id="120" name="Straight Connector 19"/>
          <p:cNvSpPr/>
          <p:nvPr/>
        </p:nvSpPr>
        <p:spPr>
          <a:xfrm>
            <a:off x="3298685" y="464362"/>
            <a:ext cx="1" cy="586261"/>
          </a:xfrm>
          <a:prstGeom prst="line">
            <a:avLst/>
          </a:prstGeom>
          <a:ln w="12700">
            <a:solidFill>
              <a:srgbClr val="102D69"/>
            </a:solidFill>
            <a:miter/>
          </a:ln>
        </p:spPr>
        <p:txBody>
          <a:bodyPr lIns="45719" rIns="45719"/>
          <a:lstStyle/>
          <a:p>
            <a:pPr/>
          </a:p>
        </p:txBody>
      </p:sp>
      <p:sp>
        <p:nvSpPr>
          <p:cNvPr id="121" name="Straight Connector 21"/>
          <p:cNvSpPr/>
          <p:nvPr/>
        </p:nvSpPr>
        <p:spPr>
          <a:xfrm>
            <a:off x="6099416" y="464362"/>
            <a:ext cx="1" cy="586261"/>
          </a:xfrm>
          <a:prstGeom prst="line">
            <a:avLst/>
          </a:prstGeom>
          <a:ln w="12700">
            <a:solidFill>
              <a:srgbClr val="102D69"/>
            </a:solidFill>
            <a:miter/>
          </a:ln>
        </p:spPr>
        <p:txBody>
          <a:bodyPr lIns="45719" rIns="45719"/>
          <a:lstStyle/>
          <a:p>
            <a:pPr/>
          </a:p>
        </p:txBody>
      </p:sp>
      <p:sp>
        <p:nvSpPr>
          <p:cNvPr id="122" name="Straight Connector 25"/>
          <p:cNvSpPr/>
          <p:nvPr/>
        </p:nvSpPr>
        <p:spPr>
          <a:xfrm>
            <a:off x="10277081" y="464362"/>
            <a:ext cx="1" cy="586261"/>
          </a:xfrm>
          <a:prstGeom prst="line">
            <a:avLst/>
          </a:prstGeom>
          <a:ln w="12700">
            <a:solidFill>
              <a:srgbClr val="102D69"/>
            </a:solidFill>
            <a:miter/>
          </a:ln>
        </p:spPr>
        <p:txBody>
          <a:bodyPr lIns="45719" rIns="45719"/>
          <a:lstStyle/>
          <a:p>
            <a:pPr/>
          </a:p>
        </p:txBody>
      </p:sp>
      <p:sp>
        <p:nvSpPr>
          <p:cNvPr id="123" name="Номер слайда"/>
          <p:cNvSpPr txBox="1"/>
          <p:nvPr>
            <p:ph type="sldNum" sz="quarter" idx="2"/>
          </p:nvPr>
        </p:nvSpPr>
        <p:spPr>
          <a:xfrm>
            <a:off x="10410201" y="532278"/>
            <a:ext cx="295226" cy="304801"/>
          </a:xfrm>
          <a:prstGeom prst="rect">
            <a:avLst/>
          </a:prstGeom>
        </p:spPr>
        <p:txBody>
          <a:bodyPr lIns="0" tIns="0" rIns="0" bIns="0" anchor="t"/>
          <a:lstStyle>
            <a:lvl1pPr algn="l">
              <a:defRPr sz="2000">
                <a:solidFill>
                  <a:srgbClr val="102D69"/>
                </a:solidFill>
                <a:latin typeface="HSE Sans"/>
                <a:ea typeface="HSE Sans"/>
                <a:cs typeface="HSE Sans"/>
                <a:sym typeface="HSE Sans"/>
              </a:defRPr>
            </a:lvl1pPr>
          </a:lstStyle>
          <a:p>
            <a:pPr/>
            <a:fld id="{86CB4B4D-7CA3-9044-876B-883B54F8677D}" type="slidenum"/>
          </a:p>
        </p:txBody>
      </p:sp>
      <p:sp>
        <p:nvSpPr>
          <p:cNvPr id="124" name="Straight Connector 59"/>
          <p:cNvSpPr/>
          <p:nvPr/>
        </p:nvSpPr>
        <p:spPr>
          <a:xfrm>
            <a:off x="11643868" y="464362"/>
            <a:ext cx="1" cy="586261"/>
          </a:xfrm>
          <a:prstGeom prst="line">
            <a:avLst/>
          </a:prstGeom>
          <a:ln w="12700">
            <a:solidFill>
              <a:srgbClr val="102D69"/>
            </a:solidFill>
            <a:miter/>
          </a:ln>
        </p:spPr>
        <p:txBody>
          <a:bodyPr lIns="45719" rIns="45719"/>
          <a:lstStyle/>
          <a:p>
            <a:pPr/>
          </a:p>
        </p:txBody>
      </p:sp>
      <p:sp>
        <p:nvSpPr>
          <p:cNvPr id="125" name="Headline may have two or three lines (24 pt)"/>
          <p:cNvSpPr txBox="1"/>
          <p:nvPr>
            <p:ph type="title" hasCustomPrompt="1"/>
          </p:nvPr>
        </p:nvSpPr>
        <p:spPr>
          <a:xfrm>
            <a:off x="585896" y="1447790"/>
            <a:ext cx="11057957" cy="777026"/>
          </a:xfrm>
          <a:prstGeom prst="rect">
            <a:avLst/>
          </a:prstGeom>
        </p:spPr>
        <p:txBody>
          <a:bodyPr lIns="0" tIns="0" rIns="0" bIns="0" anchor="t">
            <a:normAutofit fontScale="100000" lnSpcReduction="0"/>
          </a:bodyPr>
          <a:lstStyle>
            <a:lvl1pPr>
              <a:lnSpc>
                <a:spcPct val="100000"/>
              </a:lnSpc>
              <a:defRPr sz="2400">
                <a:latin typeface="HSE Sans"/>
                <a:ea typeface="HSE Sans"/>
                <a:cs typeface="HSE Sans"/>
                <a:sym typeface="HSE Sans"/>
              </a:defRPr>
            </a:lvl1pPr>
          </a:lstStyle>
          <a:p>
            <a:pPr/>
            <a:r>
              <a:t>Headline may have two or three lines (24 pt)</a:t>
            </a:r>
          </a:p>
        </p:txBody>
      </p:sp>
      <p:sp>
        <p:nvSpPr>
          <p:cNvPr id="126" name="Уровень текста 1…"/>
          <p:cNvSpPr txBox="1"/>
          <p:nvPr>
            <p:ph type="body" sz="quarter" idx="1" hasCustomPrompt="1"/>
          </p:nvPr>
        </p:nvSpPr>
        <p:spPr>
          <a:xfrm>
            <a:off x="575075" y="4103994"/>
            <a:ext cx="2758145" cy="1569662"/>
          </a:xfrm>
          <a:prstGeom prst="rect">
            <a:avLst/>
          </a:prstGeom>
        </p:spPr>
        <p:txBody>
          <a:bodyPr lIns="0" tIns="0" rIns="0" bIns="0">
            <a:normAutofit fontScale="100000" lnSpcReduction="0"/>
          </a:bodyPr>
          <a:lstStyle>
            <a:lvl1pPr marL="0" indent="0">
              <a:lnSpc>
                <a:spcPct val="100000"/>
              </a:lnSpc>
              <a:buSzTx/>
              <a:buFontTx/>
              <a:buNone/>
              <a:defRPr sz="1300">
                <a:solidFill>
                  <a:srgbClr val="0E2D69"/>
                </a:solidFill>
                <a:latin typeface="HSE Sans"/>
                <a:ea typeface="HSE Sans"/>
                <a:cs typeface="HSE Sans"/>
                <a:sym typeface="HSE Sans"/>
              </a:defRPr>
            </a:lvl1pPr>
            <a:lvl2pPr marL="0" indent="457200">
              <a:lnSpc>
                <a:spcPct val="100000"/>
              </a:lnSpc>
              <a:buSzTx/>
              <a:buFontTx/>
              <a:buNone/>
              <a:defRPr sz="1300">
                <a:solidFill>
                  <a:srgbClr val="0E2D69"/>
                </a:solidFill>
                <a:latin typeface="HSE Sans"/>
                <a:ea typeface="HSE Sans"/>
                <a:cs typeface="HSE Sans"/>
                <a:sym typeface="HSE Sans"/>
              </a:defRPr>
            </a:lvl2pPr>
            <a:lvl3pPr marL="0" indent="914400">
              <a:lnSpc>
                <a:spcPct val="100000"/>
              </a:lnSpc>
              <a:buSzTx/>
              <a:buFontTx/>
              <a:buNone/>
              <a:defRPr sz="1300">
                <a:solidFill>
                  <a:srgbClr val="0E2D69"/>
                </a:solidFill>
                <a:latin typeface="HSE Sans"/>
                <a:ea typeface="HSE Sans"/>
                <a:cs typeface="HSE Sans"/>
                <a:sym typeface="HSE Sans"/>
              </a:defRPr>
            </a:lvl3pPr>
            <a:lvl4pPr marL="0" indent="1371600">
              <a:lnSpc>
                <a:spcPct val="100000"/>
              </a:lnSpc>
              <a:buSzTx/>
              <a:buFontTx/>
              <a:buNone/>
              <a:defRPr sz="1300">
                <a:solidFill>
                  <a:srgbClr val="0E2D69"/>
                </a:solidFill>
                <a:latin typeface="HSE Sans"/>
                <a:ea typeface="HSE Sans"/>
                <a:cs typeface="HSE Sans"/>
                <a:sym typeface="HSE Sans"/>
              </a:defRPr>
            </a:lvl4pPr>
            <a:lvl5pPr marL="0" indent="1828800">
              <a:lnSpc>
                <a:spcPct val="100000"/>
              </a:lnSpc>
              <a:buSzTx/>
              <a:buFontTx/>
              <a:buNone/>
              <a:defRPr sz="1300">
                <a:solidFill>
                  <a:srgbClr val="0E2D69"/>
                </a:solidFill>
                <a:latin typeface="HSE Sans"/>
                <a:ea typeface="HSE Sans"/>
                <a:cs typeface="HSE Sans"/>
                <a:sym typeface="HSE Sans"/>
              </a:defRPr>
            </a:lvl5pPr>
          </a:lstStyle>
          <a:p>
            <a:pPr/>
            <a:r>
              <a:t>If you don’t have too much data, don’t worry. Provide several large figures with concise information explaining the figures. This can help you to present your data correctly and with some style.</a:t>
            </a:r>
          </a:p>
          <a:p>
            <a:pPr lvl="1"/>
            <a:r>
              <a:t/>
            </a:r>
          </a:p>
          <a:p>
            <a:pPr lvl="2"/>
            <a:r>
              <a:t/>
            </a:r>
          </a:p>
          <a:p>
            <a:pPr lvl="3"/>
            <a:r>
              <a:t/>
            </a:r>
          </a:p>
          <a:p>
            <a:pPr lvl="4"/>
            <a:r>
              <a:t/>
            </a:r>
          </a:p>
        </p:txBody>
      </p:sp>
      <p:sp>
        <p:nvSpPr>
          <p:cNvPr id="127" name="Текст 35"/>
          <p:cNvSpPr/>
          <p:nvPr>
            <p:ph type="body" sz="quarter" idx="21" hasCustomPrompt="1"/>
          </p:nvPr>
        </p:nvSpPr>
        <p:spPr>
          <a:xfrm>
            <a:off x="4047006" y="4103994"/>
            <a:ext cx="2757613" cy="1569662"/>
          </a:xfrm>
          <a:prstGeom prst="rect">
            <a:avLst/>
          </a:prstGeom>
        </p:spPr>
        <p:txBody>
          <a:bodyPr lIns="0" tIns="0" rIns="0" bIns="0">
            <a:normAutofit fontScale="100000" lnSpcReduction="0"/>
          </a:bodyPr>
          <a:lstStyle>
            <a:lvl1pPr marL="0" indent="0">
              <a:lnSpc>
                <a:spcPct val="100000"/>
              </a:lnSpc>
              <a:buSzTx/>
              <a:buFontTx/>
              <a:buNone/>
              <a:defRPr sz="1300">
                <a:solidFill>
                  <a:srgbClr val="0E2D69"/>
                </a:solidFill>
                <a:latin typeface="HSE Sans"/>
                <a:ea typeface="HSE Sans"/>
                <a:cs typeface="HSE Sans"/>
                <a:sym typeface="HSE Sans"/>
              </a:defRPr>
            </a:lvl1pPr>
          </a:lstStyle>
          <a:p>
            <a:pPr/>
            <a:r>
              <a:t>If you don’t have too much data, don’t worry. Provide several large figures with concise information explaining the figures. This can help you to present your data correctly and with some style.</a:t>
            </a:r>
          </a:p>
        </p:txBody>
      </p:sp>
      <p:sp>
        <p:nvSpPr>
          <p:cNvPr id="128" name="Текст 35"/>
          <p:cNvSpPr/>
          <p:nvPr>
            <p:ph type="body" sz="quarter" idx="22" hasCustomPrompt="1"/>
          </p:nvPr>
        </p:nvSpPr>
        <p:spPr>
          <a:xfrm>
            <a:off x="7518938" y="4103994"/>
            <a:ext cx="2757612" cy="1569662"/>
          </a:xfrm>
          <a:prstGeom prst="rect">
            <a:avLst/>
          </a:prstGeom>
        </p:spPr>
        <p:txBody>
          <a:bodyPr lIns="0" tIns="0" rIns="0" bIns="0">
            <a:normAutofit fontScale="100000" lnSpcReduction="0"/>
          </a:bodyPr>
          <a:lstStyle>
            <a:lvl1pPr marL="0" indent="0">
              <a:lnSpc>
                <a:spcPct val="100000"/>
              </a:lnSpc>
              <a:buSzTx/>
              <a:buFontTx/>
              <a:buNone/>
              <a:defRPr sz="1300">
                <a:solidFill>
                  <a:srgbClr val="0E2D69"/>
                </a:solidFill>
                <a:latin typeface="HSE Sans"/>
                <a:ea typeface="HSE Sans"/>
                <a:cs typeface="HSE Sans"/>
                <a:sym typeface="HSE Sans"/>
              </a:defRPr>
            </a:lvl1pPr>
          </a:lstStyle>
          <a:p>
            <a:pPr/>
            <a:r>
              <a:t>If you don’t have too much data, don’t worry. Provide several large figures with concise information explaining the figures. This can help you to present your data correctly and with some style.</a:t>
            </a:r>
          </a:p>
        </p:txBody>
      </p:sp>
      <p:sp>
        <p:nvSpPr>
          <p:cNvPr id="129" name="Текст 27"/>
          <p:cNvSpPr/>
          <p:nvPr>
            <p:ph type="body" sz="quarter" idx="23" hasCustomPrompt="1"/>
          </p:nvPr>
        </p:nvSpPr>
        <p:spPr>
          <a:xfrm>
            <a:off x="575075" y="2710235"/>
            <a:ext cx="2758145" cy="1164116"/>
          </a:xfrm>
          <a:prstGeom prst="rect">
            <a:avLst/>
          </a:prstGeom>
        </p:spPr>
        <p:txBody>
          <a:bodyPr lIns="0" tIns="0" rIns="0" bIns="0">
            <a:normAutofit fontScale="100000" lnSpcReduction="0"/>
          </a:bodyPr>
          <a:lstStyle>
            <a:lvl1pPr marL="0" indent="0" defTabSz="731520">
              <a:spcBef>
                <a:spcPts val="800"/>
              </a:spcBef>
              <a:buSzTx/>
              <a:buFontTx/>
              <a:buNone/>
              <a:defRPr sz="7680">
                <a:solidFill>
                  <a:srgbClr val="102D69"/>
                </a:solidFill>
                <a:latin typeface="HSE Sans"/>
                <a:ea typeface="HSE Sans"/>
                <a:cs typeface="HSE Sans"/>
                <a:sym typeface="HSE Sans"/>
              </a:defRPr>
            </a:lvl1pPr>
          </a:lstStyle>
          <a:p>
            <a:pPr/>
            <a:r>
              <a:t>152</a:t>
            </a:r>
          </a:p>
        </p:txBody>
      </p:sp>
      <p:sp>
        <p:nvSpPr>
          <p:cNvPr id="130" name="Текст 27"/>
          <p:cNvSpPr/>
          <p:nvPr>
            <p:ph type="body" sz="quarter" idx="24" hasCustomPrompt="1"/>
          </p:nvPr>
        </p:nvSpPr>
        <p:spPr>
          <a:xfrm>
            <a:off x="4047006" y="2710235"/>
            <a:ext cx="2758144" cy="1164116"/>
          </a:xfrm>
          <a:prstGeom prst="rect">
            <a:avLst/>
          </a:prstGeom>
        </p:spPr>
        <p:txBody>
          <a:bodyPr lIns="0" tIns="0" rIns="0" bIns="0">
            <a:normAutofit fontScale="100000" lnSpcReduction="0"/>
          </a:bodyPr>
          <a:lstStyle>
            <a:lvl1pPr marL="0" indent="0" defTabSz="731520">
              <a:spcBef>
                <a:spcPts val="800"/>
              </a:spcBef>
              <a:buSzTx/>
              <a:buFontTx/>
              <a:buNone/>
              <a:defRPr sz="7680">
                <a:solidFill>
                  <a:srgbClr val="102D69"/>
                </a:solidFill>
                <a:latin typeface="HSE Sans"/>
                <a:ea typeface="HSE Sans"/>
                <a:cs typeface="HSE Sans"/>
                <a:sym typeface="HSE Sans"/>
              </a:defRPr>
            </a:lvl1pPr>
          </a:lstStyle>
          <a:p>
            <a:pPr/>
            <a:r>
              <a:t>95</a:t>
            </a:r>
          </a:p>
        </p:txBody>
      </p:sp>
      <p:sp>
        <p:nvSpPr>
          <p:cNvPr id="131" name="Текст 27"/>
          <p:cNvSpPr/>
          <p:nvPr>
            <p:ph type="body" sz="quarter" idx="25" hasCustomPrompt="1"/>
          </p:nvPr>
        </p:nvSpPr>
        <p:spPr>
          <a:xfrm>
            <a:off x="7518937" y="2710235"/>
            <a:ext cx="2758144" cy="1164116"/>
          </a:xfrm>
          <a:prstGeom prst="rect">
            <a:avLst/>
          </a:prstGeom>
        </p:spPr>
        <p:txBody>
          <a:bodyPr lIns="0" tIns="0" rIns="0" bIns="0">
            <a:normAutofit fontScale="100000" lnSpcReduction="0"/>
          </a:bodyPr>
          <a:lstStyle>
            <a:lvl1pPr marL="0" indent="0" defTabSz="731520">
              <a:spcBef>
                <a:spcPts val="800"/>
              </a:spcBef>
              <a:buSzTx/>
              <a:buFontTx/>
              <a:buNone/>
              <a:defRPr sz="7680">
                <a:solidFill>
                  <a:srgbClr val="102D69"/>
                </a:solidFill>
                <a:latin typeface="HSE Sans"/>
                <a:ea typeface="HSE Sans"/>
                <a:cs typeface="HSE Sans"/>
                <a:sym typeface="HSE Sans"/>
              </a:defRPr>
            </a:lvl1pPr>
          </a:lstStyle>
          <a:p>
            <a:pPr/>
            <a:r>
              <a:t>284</a:t>
            </a:r>
          </a:p>
        </p:txBody>
      </p:sp>
      <p:sp>
        <p:nvSpPr>
          <p:cNvPr id="132" name="Текст 37"/>
          <p:cNvSpPr/>
          <p:nvPr>
            <p:ph type="body" sz="quarter" idx="26" hasCustomPrompt="1"/>
          </p:nvPr>
        </p:nvSpPr>
        <p:spPr>
          <a:xfrm>
            <a:off x="1143689" y="540903"/>
            <a:ext cx="1901826" cy="415926"/>
          </a:xfrm>
          <a:prstGeom prst="rect">
            <a:avLst/>
          </a:prstGeom>
        </p:spPr>
        <p:txBody>
          <a:bodyPr lIns="0" tIns="0" rIns="0" bIns="0">
            <a:normAutofit fontScale="100000" lnSpcReduction="0"/>
          </a:bodyPr>
          <a:lstStyle>
            <a:lvl1pPr marL="0" indent="0">
              <a:lnSpc>
                <a:spcPct val="100000"/>
              </a:lnSpc>
              <a:spcBef>
                <a:spcPts val="0"/>
              </a:spcBef>
              <a:buSzTx/>
              <a:buFontTx/>
              <a:buNone/>
              <a:defRPr sz="1000">
                <a:latin typeface="HSE Sans"/>
                <a:ea typeface="HSE Sans"/>
                <a:cs typeface="HSE Sans"/>
                <a:sym typeface="HSE Sans"/>
              </a:defRPr>
            </a:lvl1pPr>
          </a:lstStyle>
          <a:p>
            <a:pPr/>
            <a:r>
              <a:t>Name of subdivisions in two or three lines (10 pt)</a:t>
            </a:r>
          </a:p>
        </p:txBody>
      </p:sp>
      <p:sp>
        <p:nvSpPr>
          <p:cNvPr id="133" name="Текст 39"/>
          <p:cNvSpPr/>
          <p:nvPr>
            <p:ph type="body" sz="quarter" idx="27" hasCustomPrompt="1"/>
          </p:nvPr>
        </p:nvSpPr>
        <p:spPr>
          <a:xfrm>
            <a:off x="3459162" y="548719"/>
            <a:ext cx="2070101" cy="408110"/>
          </a:xfrm>
          <a:prstGeom prst="rect">
            <a:avLst/>
          </a:prstGeom>
        </p:spPr>
        <p:txBody>
          <a:bodyPr lIns="0" tIns="0" rIns="0" bIns="0">
            <a:normAutofit fontScale="100000" lnSpcReduction="0"/>
          </a:bodyPr>
          <a:lstStyle>
            <a:lvl1pPr marL="0" indent="0">
              <a:lnSpc>
                <a:spcPct val="100000"/>
              </a:lnSpc>
              <a:spcBef>
                <a:spcPts val="0"/>
              </a:spcBef>
              <a:buSzTx/>
              <a:buFontTx/>
              <a:buNone/>
              <a:defRPr sz="1000">
                <a:solidFill>
                  <a:srgbClr val="0E2D69"/>
                </a:solidFill>
                <a:latin typeface="HSE Sans"/>
                <a:ea typeface="HSE Sans"/>
                <a:cs typeface="HSE Sans"/>
                <a:sym typeface="HSE Sans"/>
              </a:defRPr>
            </a:lvl1pPr>
          </a:lstStyle>
          <a:p>
            <a:pPr/>
            <a:r>
              <a:t>Name of presentation can be provided in two or three lines (10 pt)</a:t>
            </a:r>
          </a:p>
        </p:txBody>
      </p:sp>
      <p:sp>
        <p:nvSpPr>
          <p:cNvPr id="134" name="Текст 39"/>
          <p:cNvSpPr/>
          <p:nvPr>
            <p:ph type="body" sz="quarter" idx="28" hasCustomPrompt="1"/>
          </p:nvPr>
        </p:nvSpPr>
        <p:spPr>
          <a:xfrm>
            <a:off x="6259891" y="548719"/>
            <a:ext cx="2070101" cy="408110"/>
          </a:xfrm>
          <a:prstGeom prst="rect">
            <a:avLst/>
          </a:prstGeom>
        </p:spPr>
        <p:txBody>
          <a:bodyPr lIns="0" tIns="0" rIns="0" bIns="0">
            <a:normAutofit fontScale="100000" lnSpcReduction="0"/>
          </a:bodyPr>
          <a:lstStyle>
            <a:lvl1pPr marL="0" indent="0">
              <a:lnSpc>
                <a:spcPct val="100000"/>
              </a:lnSpc>
              <a:spcBef>
                <a:spcPts val="0"/>
              </a:spcBef>
              <a:buSzTx/>
              <a:buFontTx/>
              <a:buNone/>
              <a:defRPr sz="1000">
                <a:solidFill>
                  <a:srgbClr val="0E2D69"/>
                </a:solidFill>
                <a:latin typeface="HSE Sans"/>
                <a:ea typeface="HSE Sans"/>
                <a:cs typeface="HSE Sans"/>
                <a:sym typeface="HSE Sans"/>
              </a:defRPr>
            </a:lvl1pPr>
          </a:lstStyle>
          <a:p>
            <a:pPr/>
            <a:r>
              <a:t>Name of presentation can be provided in two or three lines (10 pt)</a:t>
            </a:r>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Таблица_1">
    <p:spTree>
      <p:nvGrpSpPr>
        <p:cNvPr id="1" name=""/>
        <p:cNvGrpSpPr/>
        <p:nvPr/>
      </p:nvGrpSpPr>
      <p:grpSpPr>
        <a:xfrm>
          <a:off x="0" y="0"/>
          <a:ext cx="0" cy="0"/>
          <a:chOff x="0" y="0"/>
          <a:chExt cx="0" cy="0"/>
        </a:xfrm>
      </p:grpSpPr>
      <p:pic>
        <p:nvPicPr>
          <p:cNvPr id="141" name="Picture 4" descr="Picture 4"/>
          <p:cNvPicPr>
            <a:picLocks noChangeAspect="1"/>
          </p:cNvPicPr>
          <p:nvPr/>
        </p:nvPicPr>
        <p:blipFill>
          <a:blip r:embed="rId2">
            <a:extLst/>
          </a:blip>
          <a:stretch>
            <a:fillRect/>
          </a:stretch>
        </p:blipFill>
        <p:spPr>
          <a:xfrm>
            <a:off x="517199" y="464362"/>
            <a:ext cx="448276" cy="448277"/>
          </a:xfrm>
          <a:prstGeom prst="rect">
            <a:avLst/>
          </a:prstGeom>
          <a:ln w="12700">
            <a:miter lim="400000"/>
          </a:ln>
        </p:spPr>
      </p:pic>
      <p:sp>
        <p:nvSpPr>
          <p:cNvPr id="142" name="Straight Connector 19"/>
          <p:cNvSpPr/>
          <p:nvPr/>
        </p:nvSpPr>
        <p:spPr>
          <a:xfrm>
            <a:off x="3298685" y="464362"/>
            <a:ext cx="1" cy="586261"/>
          </a:xfrm>
          <a:prstGeom prst="line">
            <a:avLst/>
          </a:prstGeom>
          <a:ln w="12700">
            <a:solidFill>
              <a:srgbClr val="102D69"/>
            </a:solidFill>
            <a:miter/>
          </a:ln>
        </p:spPr>
        <p:txBody>
          <a:bodyPr lIns="45719" rIns="45719"/>
          <a:lstStyle/>
          <a:p>
            <a:pPr/>
          </a:p>
        </p:txBody>
      </p:sp>
      <p:sp>
        <p:nvSpPr>
          <p:cNvPr id="143" name="Straight Connector 21"/>
          <p:cNvSpPr/>
          <p:nvPr/>
        </p:nvSpPr>
        <p:spPr>
          <a:xfrm>
            <a:off x="6099416" y="464362"/>
            <a:ext cx="1" cy="586261"/>
          </a:xfrm>
          <a:prstGeom prst="line">
            <a:avLst/>
          </a:prstGeom>
          <a:ln w="12700">
            <a:solidFill>
              <a:srgbClr val="102D69"/>
            </a:solidFill>
            <a:miter/>
          </a:ln>
        </p:spPr>
        <p:txBody>
          <a:bodyPr lIns="45719" rIns="45719"/>
          <a:lstStyle/>
          <a:p>
            <a:pPr/>
          </a:p>
        </p:txBody>
      </p:sp>
      <p:sp>
        <p:nvSpPr>
          <p:cNvPr id="144" name="Straight Connector 25"/>
          <p:cNvSpPr/>
          <p:nvPr/>
        </p:nvSpPr>
        <p:spPr>
          <a:xfrm>
            <a:off x="10277081" y="464362"/>
            <a:ext cx="1" cy="586261"/>
          </a:xfrm>
          <a:prstGeom prst="line">
            <a:avLst/>
          </a:prstGeom>
          <a:ln w="12700">
            <a:solidFill>
              <a:srgbClr val="102D69"/>
            </a:solidFill>
            <a:miter/>
          </a:ln>
        </p:spPr>
        <p:txBody>
          <a:bodyPr lIns="45719" rIns="45719"/>
          <a:lstStyle/>
          <a:p>
            <a:pPr/>
          </a:p>
        </p:txBody>
      </p:sp>
      <p:sp>
        <p:nvSpPr>
          <p:cNvPr id="145" name="Номер слайда"/>
          <p:cNvSpPr txBox="1"/>
          <p:nvPr>
            <p:ph type="sldNum" sz="quarter" idx="2"/>
          </p:nvPr>
        </p:nvSpPr>
        <p:spPr>
          <a:xfrm>
            <a:off x="10410201" y="532278"/>
            <a:ext cx="295226" cy="304801"/>
          </a:xfrm>
          <a:prstGeom prst="rect">
            <a:avLst/>
          </a:prstGeom>
        </p:spPr>
        <p:txBody>
          <a:bodyPr lIns="0" tIns="0" rIns="0" bIns="0" anchor="t"/>
          <a:lstStyle>
            <a:lvl1pPr algn="l">
              <a:defRPr sz="2000">
                <a:solidFill>
                  <a:srgbClr val="102D69"/>
                </a:solidFill>
                <a:latin typeface="HSE Sans"/>
                <a:ea typeface="HSE Sans"/>
                <a:cs typeface="HSE Sans"/>
                <a:sym typeface="HSE Sans"/>
              </a:defRPr>
            </a:lvl1pPr>
          </a:lstStyle>
          <a:p>
            <a:pPr/>
            <a:fld id="{86CB4B4D-7CA3-9044-876B-883B54F8677D}" type="slidenum"/>
          </a:p>
        </p:txBody>
      </p:sp>
      <p:sp>
        <p:nvSpPr>
          <p:cNvPr id="146" name="Straight Connector 59"/>
          <p:cNvSpPr/>
          <p:nvPr/>
        </p:nvSpPr>
        <p:spPr>
          <a:xfrm>
            <a:off x="11643868" y="464362"/>
            <a:ext cx="1" cy="586261"/>
          </a:xfrm>
          <a:prstGeom prst="line">
            <a:avLst/>
          </a:prstGeom>
          <a:ln w="12700">
            <a:solidFill>
              <a:srgbClr val="102D69"/>
            </a:solidFill>
            <a:miter/>
          </a:ln>
        </p:spPr>
        <p:txBody>
          <a:bodyPr lIns="45719" rIns="45719"/>
          <a:lstStyle/>
          <a:p>
            <a:pPr/>
          </a:p>
        </p:txBody>
      </p:sp>
      <p:sp>
        <p:nvSpPr>
          <p:cNvPr id="147" name="Уровень текста 1…"/>
          <p:cNvSpPr txBox="1"/>
          <p:nvPr>
            <p:ph type="body" sz="quarter" idx="1" hasCustomPrompt="1"/>
          </p:nvPr>
        </p:nvSpPr>
        <p:spPr>
          <a:xfrm>
            <a:off x="585787" y="1447064"/>
            <a:ext cx="11058066" cy="307779"/>
          </a:xfrm>
          <a:prstGeom prst="rect">
            <a:avLst/>
          </a:prstGeom>
        </p:spPr>
        <p:txBody>
          <a:bodyPr lIns="0" tIns="0" rIns="0" bIns="0">
            <a:normAutofit fontScale="100000" lnSpcReduction="0"/>
          </a:bodyPr>
          <a:lstStyle>
            <a:lvl1pPr marL="0" indent="0">
              <a:buSzTx/>
              <a:buFontTx/>
              <a:buNone/>
              <a:defRPr sz="1600">
                <a:solidFill>
                  <a:srgbClr val="0E2D69"/>
                </a:solidFill>
                <a:latin typeface="HSE Sans"/>
                <a:ea typeface="HSE Sans"/>
                <a:cs typeface="HSE Sans"/>
                <a:sym typeface="HSE Sans"/>
              </a:defRPr>
            </a:lvl1pPr>
            <a:lvl2pPr marL="685800" indent="-228600">
              <a:buFontTx/>
              <a:defRPr sz="1600">
                <a:solidFill>
                  <a:srgbClr val="0E2D69"/>
                </a:solidFill>
                <a:latin typeface="HSE Sans"/>
                <a:ea typeface="HSE Sans"/>
                <a:cs typeface="HSE Sans"/>
                <a:sym typeface="HSE Sans"/>
              </a:defRPr>
            </a:lvl2pPr>
            <a:lvl3pPr marL="1143000" indent="-228600">
              <a:buFontTx/>
              <a:defRPr sz="1600">
                <a:solidFill>
                  <a:srgbClr val="0E2D69"/>
                </a:solidFill>
                <a:latin typeface="HSE Sans"/>
                <a:ea typeface="HSE Sans"/>
                <a:cs typeface="HSE Sans"/>
                <a:sym typeface="HSE Sans"/>
              </a:defRPr>
            </a:lvl3pPr>
            <a:lvl4pPr marL="1600200" indent="-228600">
              <a:buFontTx/>
              <a:defRPr sz="1600">
                <a:solidFill>
                  <a:srgbClr val="0E2D69"/>
                </a:solidFill>
                <a:latin typeface="HSE Sans"/>
                <a:ea typeface="HSE Sans"/>
                <a:cs typeface="HSE Sans"/>
                <a:sym typeface="HSE Sans"/>
              </a:defRPr>
            </a:lvl4pPr>
            <a:lvl5pPr marL="2057400" indent="-228600">
              <a:buFontTx/>
              <a:defRPr sz="1600">
                <a:solidFill>
                  <a:srgbClr val="0E2D69"/>
                </a:solidFill>
                <a:latin typeface="HSE Sans"/>
                <a:ea typeface="HSE Sans"/>
                <a:cs typeface="HSE Sans"/>
                <a:sym typeface="HSE Sans"/>
              </a:defRPr>
            </a:lvl5pPr>
          </a:lstStyle>
          <a:p>
            <a:pPr/>
            <a:r>
              <a:t>Name of table. Please note that the name of the table should be smaller than headlines (16 pt)</a:t>
            </a:r>
          </a:p>
          <a:p>
            <a:pPr lvl="1"/>
            <a:r>
              <a:t/>
            </a:r>
          </a:p>
          <a:p>
            <a:pPr lvl="2"/>
            <a:r>
              <a:t/>
            </a:r>
          </a:p>
          <a:p>
            <a:pPr lvl="3"/>
            <a:r>
              <a:t/>
            </a:r>
          </a:p>
          <a:p>
            <a:pPr lvl="4"/>
            <a:r>
              <a:t/>
            </a:r>
          </a:p>
        </p:txBody>
      </p:sp>
      <p:sp>
        <p:nvSpPr>
          <p:cNvPr id="148" name="Текст 16"/>
          <p:cNvSpPr/>
          <p:nvPr>
            <p:ph type="body" sz="quarter" idx="21" hasCustomPrompt="1"/>
          </p:nvPr>
        </p:nvSpPr>
        <p:spPr>
          <a:xfrm>
            <a:off x="585788" y="5739188"/>
            <a:ext cx="6824303" cy="703206"/>
          </a:xfrm>
          <a:prstGeom prst="rect">
            <a:avLst/>
          </a:prstGeom>
        </p:spPr>
        <p:txBody>
          <a:bodyPr lIns="0" tIns="0" rIns="0" bIns="0">
            <a:normAutofit fontScale="100000" lnSpcReduction="0"/>
          </a:bodyPr>
          <a:lstStyle>
            <a:lvl1pPr marL="0" indent="0">
              <a:lnSpc>
                <a:spcPct val="100000"/>
              </a:lnSpc>
              <a:spcBef>
                <a:spcPts val="600"/>
              </a:spcBef>
              <a:buSzTx/>
              <a:buFontTx/>
              <a:buNone/>
              <a:defRPr sz="1300">
                <a:solidFill>
                  <a:srgbClr val="0E2D69"/>
                </a:solidFill>
                <a:latin typeface="HSE Sans"/>
                <a:ea typeface="HSE Sans"/>
                <a:cs typeface="HSE Sans"/>
                <a:sym typeface="HSE Sans"/>
              </a:defRPr>
            </a:lvl1pPr>
          </a:lstStyle>
          <a:p>
            <a:pPr/>
            <a:r>
              <a:t>We recommend using bold face with due care; try using bold face for important information. Also, try not to use bold face with cell shading; one feature should be sufficient.</a:t>
            </a:r>
          </a:p>
        </p:txBody>
      </p:sp>
      <p:sp>
        <p:nvSpPr>
          <p:cNvPr id="149" name="Текст 37"/>
          <p:cNvSpPr/>
          <p:nvPr>
            <p:ph type="body" sz="quarter" idx="22" hasCustomPrompt="1"/>
          </p:nvPr>
        </p:nvSpPr>
        <p:spPr>
          <a:xfrm>
            <a:off x="1143689" y="540903"/>
            <a:ext cx="1901826" cy="415926"/>
          </a:xfrm>
          <a:prstGeom prst="rect">
            <a:avLst/>
          </a:prstGeom>
        </p:spPr>
        <p:txBody>
          <a:bodyPr lIns="0" tIns="0" rIns="0" bIns="0">
            <a:normAutofit fontScale="100000" lnSpcReduction="0"/>
          </a:bodyPr>
          <a:lstStyle>
            <a:lvl1pPr marL="0" indent="0">
              <a:lnSpc>
                <a:spcPct val="100000"/>
              </a:lnSpc>
              <a:spcBef>
                <a:spcPts val="0"/>
              </a:spcBef>
              <a:buSzTx/>
              <a:buFontTx/>
              <a:buNone/>
              <a:defRPr sz="1000">
                <a:latin typeface="HSE Sans"/>
                <a:ea typeface="HSE Sans"/>
                <a:cs typeface="HSE Sans"/>
                <a:sym typeface="HSE Sans"/>
              </a:defRPr>
            </a:lvl1pPr>
          </a:lstStyle>
          <a:p>
            <a:pPr/>
            <a:r>
              <a:t>Name of subdivisions in two or three lines (10 pt)</a:t>
            </a:r>
          </a:p>
        </p:txBody>
      </p:sp>
      <p:sp>
        <p:nvSpPr>
          <p:cNvPr id="150" name="Текст 39"/>
          <p:cNvSpPr/>
          <p:nvPr>
            <p:ph type="body" sz="quarter" idx="23" hasCustomPrompt="1"/>
          </p:nvPr>
        </p:nvSpPr>
        <p:spPr>
          <a:xfrm>
            <a:off x="3459162" y="548719"/>
            <a:ext cx="2070101" cy="408110"/>
          </a:xfrm>
          <a:prstGeom prst="rect">
            <a:avLst/>
          </a:prstGeom>
        </p:spPr>
        <p:txBody>
          <a:bodyPr lIns="0" tIns="0" rIns="0" bIns="0">
            <a:normAutofit fontScale="100000" lnSpcReduction="0"/>
          </a:bodyPr>
          <a:lstStyle>
            <a:lvl1pPr marL="0" indent="0">
              <a:lnSpc>
                <a:spcPct val="100000"/>
              </a:lnSpc>
              <a:spcBef>
                <a:spcPts val="0"/>
              </a:spcBef>
              <a:buSzTx/>
              <a:buFontTx/>
              <a:buNone/>
              <a:defRPr sz="1000">
                <a:solidFill>
                  <a:srgbClr val="0E2D69"/>
                </a:solidFill>
                <a:latin typeface="HSE Sans"/>
                <a:ea typeface="HSE Sans"/>
                <a:cs typeface="HSE Sans"/>
                <a:sym typeface="HSE Sans"/>
              </a:defRPr>
            </a:lvl1pPr>
          </a:lstStyle>
          <a:p>
            <a:pPr/>
            <a:r>
              <a:t>Name of presentation can be provided in two or three lines (10 pt)</a:t>
            </a:r>
          </a:p>
        </p:txBody>
      </p:sp>
      <p:sp>
        <p:nvSpPr>
          <p:cNvPr id="151" name="Текст 39"/>
          <p:cNvSpPr/>
          <p:nvPr>
            <p:ph type="body" sz="quarter" idx="24" hasCustomPrompt="1"/>
          </p:nvPr>
        </p:nvSpPr>
        <p:spPr>
          <a:xfrm>
            <a:off x="6259891" y="548719"/>
            <a:ext cx="2070101" cy="408110"/>
          </a:xfrm>
          <a:prstGeom prst="rect">
            <a:avLst/>
          </a:prstGeom>
        </p:spPr>
        <p:txBody>
          <a:bodyPr lIns="0" tIns="0" rIns="0" bIns="0">
            <a:normAutofit fontScale="100000" lnSpcReduction="0"/>
          </a:bodyPr>
          <a:lstStyle>
            <a:lvl1pPr marL="0" indent="0">
              <a:lnSpc>
                <a:spcPct val="100000"/>
              </a:lnSpc>
              <a:spcBef>
                <a:spcPts val="0"/>
              </a:spcBef>
              <a:buSzTx/>
              <a:buFontTx/>
              <a:buNone/>
              <a:defRPr sz="1000">
                <a:solidFill>
                  <a:srgbClr val="0E2D69"/>
                </a:solidFill>
                <a:latin typeface="HSE Sans"/>
                <a:ea typeface="HSE Sans"/>
                <a:cs typeface="HSE Sans"/>
                <a:sym typeface="HSE Sans"/>
              </a:defRPr>
            </a:lvl1pPr>
          </a:lstStyle>
          <a:p>
            <a:pPr/>
            <a:r>
              <a:t>Name of presentation can be provided in two or three lines (10 pt)</a:t>
            </a:r>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Таблица_2">
    <p:spTree>
      <p:nvGrpSpPr>
        <p:cNvPr id="1" name=""/>
        <p:cNvGrpSpPr/>
        <p:nvPr/>
      </p:nvGrpSpPr>
      <p:grpSpPr>
        <a:xfrm>
          <a:off x="0" y="0"/>
          <a:ext cx="0" cy="0"/>
          <a:chOff x="0" y="0"/>
          <a:chExt cx="0" cy="0"/>
        </a:xfrm>
      </p:grpSpPr>
      <p:pic>
        <p:nvPicPr>
          <p:cNvPr id="158" name="Picture 4" descr="Picture 4"/>
          <p:cNvPicPr>
            <a:picLocks noChangeAspect="1"/>
          </p:cNvPicPr>
          <p:nvPr/>
        </p:nvPicPr>
        <p:blipFill>
          <a:blip r:embed="rId2">
            <a:extLst/>
          </a:blip>
          <a:stretch>
            <a:fillRect/>
          </a:stretch>
        </p:blipFill>
        <p:spPr>
          <a:xfrm>
            <a:off x="517199" y="464362"/>
            <a:ext cx="448276" cy="448277"/>
          </a:xfrm>
          <a:prstGeom prst="rect">
            <a:avLst/>
          </a:prstGeom>
          <a:ln w="12700">
            <a:miter lim="400000"/>
          </a:ln>
        </p:spPr>
      </p:pic>
      <p:sp>
        <p:nvSpPr>
          <p:cNvPr id="159" name="Straight Connector 19"/>
          <p:cNvSpPr/>
          <p:nvPr/>
        </p:nvSpPr>
        <p:spPr>
          <a:xfrm>
            <a:off x="3298685" y="464362"/>
            <a:ext cx="1" cy="586261"/>
          </a:xfrm>
          <a:prstGeom prst="line">
            <a:avLst/>
          </a:prstGeom>
          <a:ln w="12700">
            <a:solidFill>
              <a:srgbClr val="102D69"/>
            </a:solidFill>
            <a:miter/>
          </a:ln>
        </p:spPr>
        <p:txBody>
          <a:bodyPr lIns="45719" rIns="45719"/>
          <a:lstStyle/>
          <a:p>
            <a:pPr/>
          </a:p>
        </p:txBody>
      </p:sp>
      <p:sp>
        <p:nvSpPr>
          <p:cNvPr id="160" name="Straight Connector 21"/>
          <p:cNvSpPr/>
          <p:nvPr/>
        </p:nvSpPr>
        <p:spPr>
          <a:xfrm>
            <a:off x="6099416" y="464362"/>
            <a:ext cx="1" cy="586261"/>
          </a:xfrm>
          <a:prstGeom prst="line">
            <a:avLst/>
          </a:prstGeom>
          <a:ln w="12700">
            <a:solidFill>
              <a:srgbClr val="102D69"/>
            </a:solidFill>
            <a:miter/>
          </a:ln>
        </p:spPr>
        <p:txBody>
          <a:bodyPr lIns="45719" rIns="45719"/>
          <a:lstStyle/>
          <a:p>
            <a:pPr/>
          </a:p>
        </p:txBody>
      </p:sp>
      <p:sp>
        <p:nvSpPr>
          <p:cNvPr id="161" name="Straight Connector 25"/>
          <p:cNvSpPr/>
          <p:nvPr/>
        </p:nvSpPr>
        <p:spPr>
          <a:xfrm>
            <a:off x="10277081" y="464362"/>
            <a:ext cx="1" cy="586261"/>
          </a:xfrm>
          <a:prstGeom prst="line">
            <a:avLst/>
          </a:prstGeom>
          <a:ln w="12700">
            <a:solidFill>
              <a:srgbClr val="102D69"/>
            </a:solidFill>
            <a:miter/>
          </a:ln>
        </p:spPr>
        <p:txBody>
          <a:bodyPr lIns="45719" rIns="45719"/>
          <a:lstStyle/>
          <a:p>
            <a:pPr/>
          </a:p>
        </p:txBody>
      </p:sp>
      <p:sp>
        <p:nvSpPr>
          <p:cNvPr id="162" name="Номер слайда"/>
          <p:cNvSpPr txBox="1"/>
          <p:nvPr>
            <p:ph type="sldNum" sz="quarter" idx="2"/>
          </p:nvPr>
        </p:nvSpPr>
        <p:spPr>
          <a:xfrm>
            <a:off x="10410201" y="532278"/>
            <a:ext cx="295226" cy="304801"/>
          </a:xfrm>
          <a:prstGeom prst="rect">
            <a:avLst/>
          </a:prstGeom>
        </p:spPr>
        <p:txBody>
          <a:bodyPr lIns="0" tIns="0" rIns="0" bIns="0" anchor="t"/>
          <a:lstStyle>
            <a:lvl1pPr algn="l">
              <a:defRPr sz="2000">
                <a:solidFill>
                  <a:srgbClr val="102D69"/>
                </a:solidFill>
                <a:latin typeface="HSE Sans"/>
                <a:ea typeface="HSE Sans"/>
                <a:cs typeface="HSE Sans"/>
                <a:sym typeface="HSE Sans"/>
              </a:defRPr>
            </a:lvl1pPr>
          </a:lstStyle>
          <a:p>
            <a:pPr/>
            <a:fld id="{86CB4B4D-7CA3-9044-876B-883B54F8677D}" type="slidenum"/>
          </a:p>
        </p:txBody>
      </p:sp>
      <p:sp>
        <p:nvSpPr>
          <p:cNvPr id="163" name="Straight Connector 59"/>
          <p:cNvSpPr/>
          <p:nvPr/>
        </p:nvSpPr>
        <p:spPr>
          <a:xfrm>
            <a:off x="11643868" y="464362"/>
            <a:ext cx="1" cy="586261"/>
          </a:xfrm>
          <a:prstGeom prst="line">
            <a:avLst/>
          </a:prstGeom>
          <a:ln w="12700">
            <a:solidFill>
              <a:srgbClr val="102D69"/>
            </a:solidFill>
            <a:miter/>
          </a:ln>
        </p:spPr>
        <p:txBody>
          <a:bodyPr lIns="45719" rIns="45719"/>
          <a:lstStyle/>
          <a:p>
            <a:pPr/>
          </a:p>
        </p:txBody>
      </p:sp>
      <p:sp>
        <p:nvSpPr>
          <p:cNvPr id="164" name="Уровень текста 1…"/>
          <p:cNvSpPr txBox="1"/>
          <p:nvPr>
            <p:ph type="body" sz="quarter" idx="1" hasCustomPrompt="1"/>
          </p:nvPr>
        </p:nvSpPr>
        <p:spPr>
          <a:xfrm>
            <a:off x="585787" y="1447063"/>
            <a:ext cx="7617877" cy="537013"/>
          </a:xfrm>
          <a:prstGeom prst="rect">
            <a:avLst/>
          </a:prstGeom>
        </p:spPr>
        <p:txBody>
          <a:bodyPr lIns="0" tIns="0" rIns="0" bIns="0">
            <a:normAutofit fontScale="100000" lnSpcReduction="0"/>
          </a:bodyPr>
          <a:lstStyle>
            <a:lvl1pPr marL="0" indent="0">
              <a:buSzTx/>
              <a:buFontTx/>
              <a:buNone/>
              <a:defRPr sz="1600">
                <a:solidFill>
                  <a:srgbClr val="0E2D69"/>
                </a:solidFill>
                <a:latin typeface="HSE Sans"/>
                <a:ea typeface="HSE Sans"/>
                <a:cs typeface="HSE Sans"/>
                <a:sym typeface="HSE Sans"/>
              </a:defRPr>
            </a:lvl1pPr>
            <a:lvl2pPr marL="685800" indent="-228600">
              <a:buFontTx/>
              <a:defRPr sz="1600">
                <a:solidFill>
                  <a:srgbClr val="0E2D69"/>
                </a:solidFill>
                <a:latin typeface="HSE Sans"/>
                <a:ea typeface="HSE Sans"/>
                <a:cs typeface="HSE Sans"/>
                <a:sym typeface="HSE Sans"/>
              </a:defRPr>
            </a:lvl2pPr>
            <a:lvl3pPr marL="1143000" indent="-228600">
              <a:buFontTx/>
              <a:defRPr sz="1600">
                <a:solidFill>
                  <a:srgbClr val="0E2D69"/>
                </a:solidFill>
                <a:latin typeface="HSE Sans"/>
                <a:ea typeface="HSE Sans"/>
                <a:cs typeface="HSE Sans"/>
                <a:sym typeface="HSE Sans"/>
              </a:defRPr>
            </a:lvl3pPr>
            <a:lvl4pPr marL="1600200" indent="-228600">
              <a:buFontTx/>
              <a:defRPr sz="1600">
                <a:solidFill>
                  <a:srgbClr val="0E2D69"/>
                </a:solidFill>
                <a:latin typeface="HSE Sans"/>
                <a:ea typeface="HSE Sans"/>
                <a:cs typeface="HSE Sans"/>
                <a:sym typeface="HSE Sans"/>
              </a:defRPr>
            </a:lvl4pPr>
            <a:lvl5pPr marL="2057400" indent="-228600">
              <a:buFontTx/>
              <a:defRPr sz="1600">
                <a:solidFill>
                  <a:srgbClr val="0E2D69"/>
                </a:solidFill>
                <a:latin typeface="HSE Sans"/>
                <a:ea typeface="HSE Sans"/>
                <a:cs typeface="HSE Sans"/>
                <a:sym typeface="HSE Sans"/>
              </a:defRPr>
            </a:lvl5pPr>
          </a:lstStyle>
          <a:p>
            <a:pPr/>
            <a:r>
              <a:t>Name of table. Please note that the name of the table should be smaller than headlines (16 pt)</a:t>
            </a:r>
          </a:p>
          <a:p>
            <a:pPr lvl="1"/>
            <a:r>
              <a:t/>
            </a:r>
          </a:p>
          <a:p>
            <a:pPr lvl="2"/>
            <a:r>
              <a:t/>
            </a:r>
          </a:p>
          <a:p>
            <a:pPr lvl="3"/>
            <a:r>
              <a:t/>
            </a:r>
          </a:p>
          <a:p>
            <a:pPr lvl="4"/>
            <a:r>
              <a:t/>
            </a:r>
          </a:p>
        </p:txBody>
      </p:sp>
      <p:sp>
        <p:nvSpPr>
          <p:cNvPr id="165" name="Текст 16"/>
          <p:cNvSpPr/>
          <p:nvPr>
            <p:ph type="body" sz="quarter" idx="21" hasCustomPrompt="1"/>
          </p:nvPr>
        </p:nvSpPr>
        <p:spPr>
          <a:xfrm>
            <a:off x="585788" y="5739188"/>
            <a:ext cx="6824303" cy="703206"/>
          </a:xfrm>
          <a:prstGeom prst="rect">
            <a:avLst/>
          </a:prstGeom>
        </p:spPr>
        <p:txBody>
          <a:bodyPr lIns="0" tIns="0" rIns="0" bIns="0">
            <a:normAutofit fontScale="100000" lnSpcReduction="0"/>
          </a:bodyPr>
          <a:lstStyle>
            <a:lvl1pPr marL="0" indent="0">
              <a:lnSpc>
                <a:spcPct val="100000"/>
              </a:lnSpc>
              <a:spcBef>
                <a:spcPts val="600"/>
              </a:spcBef>
              <a:buSzTx/>
              <a:buFontTx/>
              <a:buNone/>
              <a:defRPr sz="1300">
                <a:solidFill>
                  <a:srgbClr val="0E2D69"/>
                </a:solidFill>
                <a:latin typeface="HSE Sans"/>
                <a:ea typeface="HSE Sans"/>
                <a:cs typeface="HSE Sans"/>
                <a:sym typeface="HSE Sans"/>
              </a:defRPr>
            </a:lvl1pPr>
          </a:lstStyle>
          <a:p>
            <a:pPr/>
            <a:r>
              <a:t>We recommend using bold face with due care; try using bold face for important information. Also, try not to use bold face with cell shading; one feature should be sufficient.</a:t>
            </a:r>
          </a:p>
        </p:txBody>
      </p:sp>
      <p:sp>
        <p:nvSpPr>
          <p:cNvPr id="166" name="Текст 35"/>
          <p:cNvSpPr/>
          <p:nvPr>
            <p:ph type="body" sz="quarter" idx="22" hasCustomPrompt="1"/>
          </p:nvPr>
        </p:nvSpPr>
        <p:spPr>
          <a:xfrm>
            <a:off x="8686806" y="2208363"/>
            <a:ext cx="2930668" cy="2570673"/>
          </a:xfrm>
          <a:prstGeom prst="rect">
            <a:avLst/>
          </a:prstGeom>
        </p:spPr>
        <p:txBody>
          <a:bodyPr lIns="0" tIns="0" rIns="0" bIns="0">
            <a:normAutofit fontScale="100000" lnSpcReduction="0"/>
          </a:bodyPr>
          <a:lstStyle>
            <a:lvl1pPr marL="0" indent="0" defTabSz="905255">
              <a:lnSpc>
                <a:spcPct val="100000"/>
              </a:lnSpc>
              <a:spcBef>
                <a:spcPts val="900"/>
              </a:spcBef>
              <a:buSzTx/>
              <a:buFontTx/>
              <a:buNone/>
              <a:defRPr sz="1287">
                <a:solidFill>
                  <a:srgbClr val="0E2D69"/>
                </a:solidFill>
                <a:latin typeface="HSE Sans"/>
                <a:ea typeface="HSE Sans"/>
                <a:cs typeface="HSE Sans"/>
                <a:sym typeface="HSE Sans"/>
              </a:defRPr>
            </a:lvl1pPr>
          </a:lstStyle>
          <a:p>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id="167" name="Текст 37"/>
          <p:cNvSpPr/>
          <p:nvPr>
            <p:ph type="body" sz="quarter" idx="23" hasCustomPrompt="1"/>
          </p:nvPr>
        </p:nvSpPr>
        <p:spPr>
          <a:xfrm>
            <a:off x="1143689" y="540903"/>
            <a:ext cx="1901826" cy="415926"/>
          </a:xfrm>
          <a:prstGeom prst="rect">
            <a:avLst/>
          </a:prstGeom>
        </p:spPr>
        <p:txBody>
          <a:bodyPr lIns="0" tIns="0" rIns="0" bIns="0">
            <a:normAutofit fontScale="100000" lnSpcReduction="0"/>
          </a:bodyPr>
          <a:lstStyle>
            <a:lvl1pPr marL="0" indent="0">
              <a:lnSpc>
                <a:spcPct val="100000"/>
              </a:lnSpc>
              <a:spcBef>
                <a:spcPts val="0"/>
              </a:spcBef>
              <a:buSzTx/>
              <a:buFontTx/>
              <a:buNone/>
              <a:defRPr sz="1000">
                <a:latin typeface="HSE Sans"/>
                <a:ea typeface="HSE Sans"/>
                <a:cs typeface="HSE Sans"/>
                <a:sym typeface="HSE Sans"/>
              </a:defRPr>
            </a:lvl1pPr>
          </a:lstStyle>
          <a:p>
            <a:pPr/>
            <a:r>
              <a:t>Name of subdivisions in two or three lines (10 pt)</a:t>
            </a:r>
          </a:p>
        </p:txBody>
      </p:sp>
      <p:sp>
        <p:nvSpPr>
          <p:cNvPr id="168" name="Текст 39"/>
          <p:cNvSpPr/>
          <p:nvPr>
            <p:ph type="body" sz="quarter" idx="24" hasCustomPrompt="1"/>
          </p:nvPr>
        </p:nvSpPr>
        <p:spPr>
          <a:xfrm>
            <a:off x="3459162" y="548719"/>
            <a:ext cx="2070101" cy="408110"/>
          </a:xfrm>
          <a:prstGeom prst="rect">
            <a:avLst/>
          </a:prstGeom>
        </p:spPr>
        <p:txBody>
          <a:bodyPr lIns="0" tIns="0" rIns="0" bIns="0">
            <a:normAutofit fontScale="100000" lnSpcReduction="0"/>
          </a:bodyPr>
          <a:lstStyle>
            <a:lvl1pPr marL="0" indent="0">
              <a:lnSpc>
                <a:spcPct val="100000"/>
              </a:lnSpc>
              <a:spcBef>
                <a:spcPts val="0"/>
              </a:spcBef>
              <a:buSzTx/>
              <a:buFontTx/>
              <a:buNone/>
              <a:defRPr sz="1000">
                <a:solidFill>
                  <a:srgbClr val="0E2D69"/>
                </a:solidFill>
                <a:latin typeface="HSE Sans"/>
                <a:ea typeface="HSE Sans"/>
                <a:cs typeface="HSE Sans"/>
                <a:sym typeface="HSE Sans"/>
              </a:defRPr>
            </a:lvl1pPr>
          </a:lstStyle>
          <a:p>
            <a:pPr/>
            <a:r>
              <a:t>Name of presentation can be provided in two or three lines (10 pt)</a:t>
            </a:r>
          </a:p>
        </p:txBody>
      </p:sp>
      <p:sp>
        <p:nvSpPr>
          <p:cNvPr id="169" name="Текст 39"/>
          <p:cNvSpPr/>
          <p:nvPr>
            <p:ph type="body" sz="quarter" idx="25" hasCustomPrompt="1"/>
          </p:nvPr>
        </p:nvSpPr>
        <p:spPr>
          <a:xfrm>
            <a:off x="6259891" y="548719"/>
            <a:ext cx="2070101" cy="408110"/>
          </a:xfrm>
          <a:prstGeom prst="rect">
            <a:avLst/>
          </a:prstGeom>
        </p:spPr>
        <p:txBody>
          <a:bodyPr lIns="0" tIns="0" rIns="0" bIns="0">
            <a:normAutofit fontScale="100000" lnSpcReduction="0"/>
          </a:bodyPr>
          <a:lstStyle>
            <a:lvl1pPr marL="0" indent="0">
              <a:lnSpc>
                <a:spcPct val="100000"/>
              </a:lnSpc>
              <a:spcBef>
                <a:spcPts val="0"/>
              </a:spcBef>
              <a:buSzTx/>
              <a:buFontTx/>
              <a:buNone/>
              <a:defRPr sz="1000">
                <a:solidFill>
                  <a:srgbClr val="0E2D69"/>
                </a:solidFill>
                <a:latin typeface="HSE Sans"/>
                <a:ea typeface="HSE Sans"/>
                <a:cs typeface="HSE Sans"/>
                <a:sym typeface="HSE Sans"/>
              </a:defRPr>
            </a:lvl1pPr>
          </a:lstStyle>
          <a:p>
            <a:pPr/>
            <a:r>
              <a:t>Name of presentation can be provided in two or three lines (10 pt)</a:t>
            </a:r>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цвет">
    <p:spTree>
      <p:nvGrpSpPr>
        <p:cNvPr id="1" name=""/>
        <p:cNvGrpSpPr/>
        <p:nvPr/>
      </p:nvGrpSpPr>
      <p:grpSpPr>
        <a:xfrm>
          <a:off x="0" y="0"/>
          <a:ext cx="0" cy="0"/>
          <a:chOff x="0" y="0"/>
          <a:chExt cx="0" cy="0"/>
        </a:xfrm>
      </p:grpSpPr>
      <p:pic>
        <p:nvPicPr>
          <p:cNvPr id="176" name="Picture 4" descr="Picture 4"/>
          <p:cNvPicPr>
            <a:picLocks noChangeAspect="1"/>
          </p:cNvPicPr>
          <p:nvPr/>
        </p:nvPicPr>
        <p:blipFill>
          <a:blip r:embed="rId2">
            <a:extLst/>
          </a:blip>
          <a:stretch>
            <a:fillRect/>
          </a:stretch>
        </p:blipFill>
        <p:spPr>
          <a:xfrm>
            <a:off x="517199" y="464362"/>
            <a:ext cx="448276" cy="448277"/>
          </a:xfrm>
          <a:prstGeom prst="rect">
            <a:avLst/>
          </a:prstGeom>
          <a:ln w="12700">
            <a:miter lim="400000"/>
          </a:ln>
        </p:spPr>
      </p:pic>
      <p:sp>
        <p:nvSpPr>
          <p:cNvPr id="177" name="Straight Connector 19"/>
          <p:cNvSpPr/>
          <p:nvPr/>
        </p:nvSpPr>
        <p:spPr>
          <a:xfrm>
            <a:off x="3298685" y="464362"/>
            <a:ext cx="1" cy="586261"/>
          </a:xfrm>
          <a:prstGeom prst="line">
            <a:avLst/>
          </a:prstGeom>
          <a:ln w="12700">
            <a:solidFill>
              <a:srgbClr val="102D69"/>
            </a:solidFill>
            <a:miter/>
          </a:ln>
        </p:spPr>
        <p:txBody>
          <a:bodyPr lIns="45719" rIns="45719"/>
          <a:lstStyle/>
          <a:p>
            <a:pPr/>
          </a:p>
        </p:txBody>
      </p:sp>
      <p:sp>
        <p:nvSpPr>
          <p:cNvPr id="178" name="Straight Connector 21"/>
          <p:cNvSpPr/>
          <p:nvPr/>
        </p:nvSpPr>
        <p:spPr>
          <a:xfrm>
            <a:off x="6099416" y="464362"/>
            <a:ext cx="1" cy="586261"/>
          </a:xfrm>
          <a:prstGeom prst="line">
            <a:avLst/>
          </a:prstGeom>
          <a:ln w="12700">
            <a:solidFill>
              <a:srgbClr val="102D69"/>
            </a:solidFill>
            <a:miter/>
          </a:ln>
        </p:spPr>
        <p:txBody>
          <a:bodyPr lIns="45719" rIns="45719"/>
          <a:lstStyle/>
          <a:p>
            <a:pPr/>
          </a:p>
        </p:txBody>
      </p:sp>
      <p:sp>
        <p:nvSpPr>
          <p:cNvPr id="179" name="Straight Connector 25"/>
          <p:cNvSpPr/>
          <p:nvPr/>
        </p:nvSpPr>
        <p:spPr>
          <a:xfrm>
            <a:off x="10277081" y="464362"/>
            <a:ext cx="1" cy="586261"/>
          </a:xfrm>
          <a:prstGeom prst="line">
            <a:avLst/>
          </a:prstGeom>
          <a:ln w="12700">
            <a:solidFill>
              <a:srgbClr val="102D69"/>
            </a:solidFill>
            <a:miter/>
          </a:ln>
        </p:spPr>
        <p:txBody>
          <a:bodyPr lIns="45719" rIns="45719"/>
          <a:lstStyle/>
          <a:p>
            <a:pPr/>
          </a:p>
        </p:txBody>
      </p:sp>
      <p:sp>
        <p:nvSpPr>
          <p:cNvPr id="180" name="Номер слайда"/>
          <p:cNvSpPr txBox="1"/>
          <p:nvPr>
            <p:ph type="sldNum" sz="quarter" idx="2"/>
          </p:nvPr>
        </p:nvSpPr>
        <p:spPr>
          <a:xfrm>
            <a:off x="10410201" y="532278"/>
            <a:ext cx="295226" cy="304801"/>
          </a:xfrm>
          <a:prstGeom prst="rect">
            <a:avLst/>
          </a:prstGeom>
        </p:spPr>
        <p:txBody>
          <a:bodyPr lIns="0" tIns="0" rIns="0" bIns="0" anchor="t"/>
          <a:lstStyle>
            <a:lvl1pPr algn="l">
              <a:defRPr sz="2000">
                <a:solidFill>
                  <a:srgbClr val="102D69"/>
                </a:solidFill>
                <a:latin typeface="HSE Sans"/>
                <a:ea typeface="HSE Sans"/>
                <a:cs typeface="HSE Sans"/>
                <a:sym typeface="HSE Sans"/>
              </a:defRPr>
            </a:lvl1pPr>
          </a:lstStyle>
          <a:p>
            <a:pPr/>
            <a:fld id="{86CB4B4D-7CA3-9044-876B-883B54F8677D}" type="slidenum"/>
          </a:p>
        </p:txBody>
      </p:sp>
      <p:sp>
        <p:nvSpPr>
          <p:cNvPr id="181" name="Straight Connector 59"/>
          <p:cNvSpPr/>
          <p:nvPr/>
        </p:nvSpPr>
        <p:spPr>
          <a:xfrm>
            <a:off x="11643868" y="464362"/>
            <a:ext cx="1" cy="586261"/>
          </a:xfrm>
          <a:prstGeom prst="line">
            <a:avLst/>
          </a:prstGeom>
          <a:ln w="12700">
            <a:solidFill>
              <a:srgbClr val="102D69"/>
            </a:solidFill>
            <a:miter/>
          </a:ln>
        </p:spPr>
        <p:txBody>
          <a:bodyPr lIns="45719" rIns="45719"/>
          <a:lstStyle/>
          <a:p>
            <a:pPr/>
          </a:p>
        </p:txBody>
      </p:sp>
      <p:sp>
        <p:nvSpPr>
          <p:cNvPr id="182" name="More colours: palette"/>
          <p:cNvSpPr txBox="1"/>
          <p:nvPr>
            <p:ph type="title" hasCustomPrompt="1"/>
          </p:nvPr>
        </p:nvSpPr>
        <p:spPr>
          <a:xfrm>
            <a:off x="585899" y="1447790"/>
            <a:ext cx="4322530" cy="777026"/>
          </a:xfrm>
          <a:prstGeom prst="rect">
            <a:avLst/>
          </a:prstGeom>
        </p:spPr>
        <p:txBody>
          <a:bodyPr lIns="0" tIns="0" rIns="0" bIns="0" anchor="t">
            <a:normAutofit fontScale="100000" lnSpcReduction="0"/>
          </a:bodyPr>
          <a:lstStyle>
            <a:lvl1pPr>
              <a:lnSpc>
                <a:spcPct val="100000"/>
              </a:lnSpc>
              <a:defRPr sz="2400">
                <a:latin typeface="HSE Sans"/>
                <a:ea typeface="HSE Sans"/>
                <a:cs typeface="HSE Sans"/>
                <a:sym typeface="HSE Sans"/>
              </a:defRPr>
            </a:lvl1pPr>
          </a:lstStyle>
          <a:p>
            <a:pPr/>
            <a:r>
              <a:t>More colours: palette</a:t>
            </a:r>
          </a:p>
        </p:txBody>
      </p:sp>
      <p:sp>
        <p:nvSpPr>
          <p:cNvPr id="183" name="Уровень текста 1…"/>
          <p:cNvSpPr txBox="1"/>
          <p:nvPr>
            <p:ph type="body" sz="quarter" idx="1" hasCustomPrompt="1"/>
          </p:nvPr>
        </p:nvSpPr>
        <p:spPr>
          <a:xfrm>
            <a:off x="585898" y="2379663"/>
            <a:ext cx="4322532" cy="2399372"/>
          </a:xfrm>
          <a:prstGeom prst="rect">
            <a:avLst/>
          </a:prstGeom>
        </p:spPr>
        <p:txBody>
          <a:bodyPr lIns="0" tIns="0" rIns="0" bIns="0">
            <a:normAutofit fontScale="100000" lnSpcReduction="0"/>
          </a:bodyPr>
          <a:lstStyle>
            <a:lvl1pPr marL="0" indent="0">
              <a:lnSpc>
                <a:spcPct val="100000"/>
              </a:lnSpc>
              <a:buSzTx/>
              <a:buFontTx/>
              <a:buNone/>
              <a:defRPr sz="1300">
                <a:solidFill>
                  <a:srgbClr val="0E2D69"/>
                </a:solidFill>
                <a:latin typeface="HSE Sans"/>
                <a:ea typeface="HSE Sans"/>
                <a:cs typeface="HSE Sans"/>
                <a:sym typeface="HSE Sans"/>
              </a:defRPr>
            </a:lvl1pPr>
            <a:lvl2pPr marL="0" indent="457200">
              <a:lnSpc>
                <a:spcPct val="100000"/>
              </a:lnSpc>
              <a:buSzTx/>
              <a:buFontTx/>
              <a:buNone/>
              <a:defRPr sz="1300">
                <a:solidFill>
                  <a:srgbClr val="0E2D69"/>
                </a:solidFill>
                <a:latin typeface="HSE Sans"/>
                <a:ea typeface="HSE Sans"/>
                <a:cs typeface="HSE Sans"/>
                <a:sym typeface="HSE Sans"/>
              </a:defRPr>
            </a:lvl2pPr>
            <a:lvl3pPr marL="0" indent="914400">
              <a:lnSpc>
                <a:spcPct val="100000"/>
              </a:lnSpc>
              <a:buSzTx/>
              <a:buFontTx/>
              <a:buNone/>
              <a:defRPr sz="1300">
                <a:solidFill>
                  <a:srgbClr val="0E2D69"/>
                </a:solidFill>
                <a:latin typeface="HSE Sans"/>
                <a:ea typeface="HSE Sans"/>
                <a:cs typeface="HSE Sans"/>
                <a:sym typeface="HSE Sans"/>
              </a:defRPr>
            </a:lvl3pPr>
            <a:lvl4pPr marL="0" indent="1371600">
              <a:lnSpc>
                <a:spcPct val="100000"/>
              </a:lnSpc>
              <a:buSzTx/>
              <a:buFontTx/>
              <a:buNone/>
              <a:defRPr sz="1300">
                <a:solidFill>
                  <a:srgbClr val="0E2D69"/>
                </a:solidFill>
                <a:latin typeface="HSE Sans"/>
                <a:ea typeface="HSE Sans"/>
                <a:cs typeface="HSE Sans"/>
                <a:sym typeface="HSE Sans"/>
              </a:defRPr>
            </a:lvl4pPr>
            <a:lvl5pPr marL="0" indent="1828800">
              <a:lnSpc>
                <a:spcPct val="100000"/>
              </a:lnSpc>
              <a:buSzTx/>
              <a:buFontTx/>
              <a:buNone/>
              <a:defRPr sz="1300">
                <a:solidFill>
                  <a:srgbClr val="0E2D69"/>
                </a:solidFill>
                <a:latin typeface="HSE Sans"/>
                <a:ea typeface="HSE Sans"/>
                <a:cs typeface="HSE Sans"/>
                <a:sym typeface="HSE Sans"/>
              </a:defRPr>
            </a:lvl5pPr>
          </a:lstStyle>
          <a:p>
            <a:pPr/>
            <a:r>
              <a:t>For tables, graphs , charts and diagrams, you may need to use additional colours; you may correctly ask what colours can be used and where to find them. We advise using HSE University’s official colour scheme for such purposes.</a:t>
            </a:r>
          </a:p>
          <a:p>
            <a:pPr lvl="1"/>
            <a:r>
              <a:t/>
            </a:r>
          </a:p>
          <a:p>
            <a:pPr lvl="2"/>
            <a:r>
              <a:t/>
            </a:r>
          </a:p>
          <a:p>
            <a:pPr lvl="3"/>
            <a:r>
              <a:t/>
            </a:r>
          </a:p>
          <a:p>
            <a:pPr lvl="4"/>
            <a:r>
              <a:t/>
            </a:r>
          </a:p>
        </p:txBody>
      </p:sp>
      <p:sp>
        <p:nvSpPr>
          <p:cNvPr id="184" name="Oval 5"/>
          <p:cNvSpPr/>
          <p:nvPr/>
        </p:nvSpPr>
        <p:spPr>
          <a:xfrm>
            <a:off x="5392982" y="1447790"/>
            <a:ext cx="830999" cy="830999"/>
          </a:xfrm>
          <a:prstGeom prst="ellipse">
            <a:avLst/>
          </a:prstGeom>
          <a:solidFill>
            <a:srgbClr val="0E2D69"/>
          </a:solidFill>
          <a:ln w="12700">
            <a:miter lim="400000"/>
          </a:ln>
        </p:spPr>
        <p:txBody>
          <a:bodyPr lIns="45719" rIns="45719" anchor="ctr"/>
          <a:lstStyle/>
          <a:p>
            <a:pPr algn="ctr">
              <a:defRPr>
                <a:solidFill>
                  <a:srgbClr val="FFFFFF"/>
                </a:solidFill>
              </a:defRPr>
            </a:pPr>
          </a:p>
        </p:txBody>
      </p:sp>
      <p:sp>
        <p:nvSpPr>
          <p:cNvPr id="185" name="Oval 20"/>
          <p:cNvSpPr/>
          <p:nvPr/>
        </p:nvSpPr>
        <p:spPr>
          <a:xfrm>
            <a:off x="6742924" y="1447790"/>
            <a:ext cx="830999" cy="830999"/>
          </a:xfrm>
          <a:prstGeom prst="ellipse">
            <a:avLst/>
          </a:prstGeom>
          <a:solidFill>
            <a:srgbClr val="234A9B"/>
          </a:solidFill>
          <a:ln w="12700">
            <a:miter lim="400000"/>
          </a:ln>
        </p:spPr>
        <p:txBody>
          <a:bodyPr lIns="45719" rIns="45719" anchor="ctr"/>
          <a:lstStyle/>
          <a:p>
            <a:pPr algn="ctr">
              <a:defRPr>
                <a:solidFill>
                  <a:srgbClr val="FFFFFF"/>
                </a:solidFill>
              </a:defRPr>
            </a:pPr>
          </a:p>
        </p:txBody>
      </p:sp>
      <p:sp>
        <p:nvSpPr>
          <p:cNvPr id="186" name="Oval 22"/>
          <p:cNvSpPr/>
          <p:nvPr/>
        </p:nvSpPr>
        <p:spPr>
          <a:xfrm>
            <a:off x="8092868" y="1447790"/>
            <a:ext cx="830999" cy="830999"/>
          </a:xfrm>
          <a:prstGeom prst="ellipse">
            <a:avLst/>
          </a:prstGeom>
          <a:solidFill>
            <a:srgbClr val="11A0D7"/>
          </a:solidFill>
          <a:ln w="12700">
            <a:miter lim="400000"/>
          </a:ln>
        </p:spPr>
        <p:txBody>
          <a:bodyPr lIns="45719" rIns="45719" anchor="ctr"/>
          <a:lstStyle/>
          <a:p>
            <a:pPr algn="ctr">
              <a:defRPr>
                <a:solidFill>
                  <a:srgbClr val="FFFFFF"/>
                </a:solidFill>
              </a:defRPr>
            </a:pPr>
          </a:p>
        </p:txBody>
      </p:sp>
      <p:sp>
        <p:nvSpPr>
          <p:cNvPr id="187" name="Oval 23"/>
          <p:cNvSpPr/>
          <p:nvPr/>
        </p:nvSpPr>
        <p:spPr>
          <a:xfrm>
            <a:off x="9442811" y="1447790"/>
            <a:ext cx="830999" cy="830999"/>
          </a:xfrm>
          <a:prstGeom prst="ellipse">
            <a:avLst/>
          </a:prstGeom>
          <a:solidFill>
            <a:srgbClr val="029C63"/>
          </a:solidFill>
          <a:ln w="12700">
            <a:miter lim="400000"/>
          </a:ln>
        </p:spPr>
        <p:txBody>
          <a:bodyPr lIns="45719" rIns="45719" anchor="ctr"/>
          <a:lstStyle/>
          <a:p>
            <a:pPr algn="ctr">
              <a:defRPr>
                <a:solidFill>
                  <a:srgbClr val="FFFFFF"/>
                </a:solidFill>
              </a:defRPr>
            </a:pPr>
          </a:p>
        </p:txBody>
      </p:sp>
      <p:sp>
        <p:nvSpPr>
          <p:cNvPr id="188" name="Oval 26"/>
          <p:cNvSpPr/>
          <p:nvPr/>
        </p:nvSpPr>
        <p:spPr>
          <a:xfrm>
            <a:off x="10792753" y="1447790"/>
            <a:ext cx="830999" cy="830999"/>
          </a:xfrm>
          <a:prstGeom prst="ellipse">
            <a:avLst/>
          </a:prstGeom>
          <a:solidFill>
            <a:srgbClr val="EB681F"/>
          </a:solidFill>
          <a:ln w="12700">
            <a:miter lim="400000"/>
          </a:ln>
        </p:spPr>
        <p:txBody>
          <a:bodyPr lIns="45719" rIns="45719" anchor="ctr"/>
          <a:lstStyle/>
          <a:p>
            <a:pPr algn="ctr">
              <a:defRPr>
                <a:solidFill>
                  <a:srgbClr val="FFFFFF"/>
                </a:solidFill>
              </a:defRPr>
            </a:pPr>
          </a:p>
        </p:txBody>
      </p:sp>
      <p:sp>
        <p:nvSpPr>
          <p:cNvPr id="189" name="Oval 29"/>
          <p:cNvSpPr/>
          <p:nvPr/>
        </p:nvSpPr>
        <p:spPr>
          <a:xfrm>
            <a:off x="5392982" y="2708698"/>
            <a:ext cx="830999" cy="831000"/>
          </a:xfrm>
          <a:prstGeom prst="ellipse">
            <a:avLst/>
          </a:prstGeom>
          <a:solidFill>
            <a:srgbClr val="7D4EBA"/>
          </a:solidFill>
          <a:ln w="12700">
            <a:miter lim="400000"/>
          </a:ln>
        </p:spPr>
        <p:txBody>
          <a:bodyPr lIns="45719" rIns="45719" anchor="ctr"/>
          <a:lstStyle/>
          <a:p>
            <a:pPr algn="ctr">
              <a:defRPr>
                <a:solidFill>
                  <a:srgbClr val="FFFFFF"/>
                </a:solidFill>
              </a:defRPr>
            </a:pPr>
          </a:p>
        </p:txBody>
      </p:sp>
      <p:sp>
        <p:nvSpPr>
          <p:cNvPr id="190" name="Oval 33"/>
          <p:cNvSpPr/>
          <p:nvPr/>
        </p:nvSpPr>
        <p:spPr>
          <a:xfrm>
            <a:off x="6742924" y="2708698"/>
            <a:ext cx="830999" cy="831000"/>
          </a:xfrm>
          <a:prstGeom prst="ellipse">
            <a:avLst/>
          </a:prstGeom>
          <a:solidFill>
            <a:srgbClr val="E61F3D"/>
          </a:solidFill>
          <a:ln w="12700">
            <a:miter lim="400000"/>
          </a:ln>
        </p:spPr>
        <p:txBody>
          <a:bodyPr lIns="45719" rIns="45719" anchor="ctr"/>
          <a:lstStyle/>
          <a:p>
            <a:pPr algn="ctr">
              <a:defRPr>
                <a:solidFill>
                  <a:srgbClr val="FFFFFF"/>
                </a:solidFill>
              </a:defRPr>
            </a:pPr>
          </a:p>
        </p:txBody>
      </p:sp>
      <p:sp>
        <p:nvSpPr>
          <p:cNvPr id="191" name="Oval 34"/>
          <p:cNvSpPr/>
          <p:nvPr/>
        </p:nvSpPr>
        <p:spPr>
          <a:xfrm>
            <a:off x="8092868" y="2708698"/>
            <a:ext cx="830999" cy="831000"/>
          </a:xfrm>
          <a:prstGeom prst="ellipse">
            <a:avLst/>
          </a:prstGeom>
          <a:solidFill>
            <a:srgbClr val="FBBA00"/>
          </a:solidFill>
          <a:ln w="12700">
            <a:miter lim="400000"/>
          </a:ln>
        </p:spPr>
        <p:txBody>
          <a:bodyPr lIns="45719" rIns="45719" anchor="ctr"/>
          <a:lstStyle/>
          <a:p>
            <a:pPr algn="ctr">
              <a:defRPr>
                <a:solidFill>
                  <a:srgbClr val="FFFFFF"/>
                </a:solidFill>
              </a:defRPr>
            </a:pPr>
          </a:p>
        </p:txBody>
      </p:sp>
      <p:sp>
        <p:nvSpPr>
          <p:cNvPr id="192" name="Oval 35"/>
          <p:cNvSpPr/>
          <p:nvPr/>
        </p:nvSpPr>
        <p:spPr>
          <a:xfrm>
            <a:off x="9442811" y="2708698"/>
            <a:ext cx="830999" cy="831000"/>
          </a:xfrm>
          <a:prstGeom prst="ellipse">
            <a:avLst/>
          </a:prstGeom>
          <a:solidFill>
            <a:srgbClr val="7DA0D3"/>
          </a:solidFill>
          <a:ln w="12700">
            <a:miter lim="400000"/>
          </a:ln>
        </p:spPr>
        <p:txBody>
          <a:bodyPr lIns="45719" rIns="45719" anchor="ctr"/>
          <a:lstStyle/>
          <a:p>
            <a:pPr algn="ctr">
              <a:defRPr>
                <a:solidFill>
                  <a:srgbClr val="FFFFFF"/>
                </a:solidFill>
              </a:defRPr>
            </a:pPr>
          </a:p>
        </p:txBody>
      </p:sp>
      <p:sp>
        <p:nvSpPr>
          <p:cNvPr id="193" name="Oval 36"/>
          <p:cNvSpPr/>
          <p:nvPr/>
        </p:nvSpPr>
        <p:spPr>
          <a:xfrm>
            <a:off x="10792753" y="2708698"/>
            <a:ext cx="830999" cy="831000"/>
          </a:xfrm>
          <a:prstGeom prst="ellipse">
            <a:avLst/>
          </a:prstGeom>
          <a:solidFill>
            <a:srgbClr val="47A0A0"/>
          </a:solidFill>
          <a:ln w="12700">
            <a:miter lim="400000"/>
          </a:ln>
        </p:spPr>
        <p:txBody>
          <a:bodyPr lIns="45719" rIns="45719" anchor="ctr"/>
          <a:lstStyle/>
          <a:p>
            <a:pPr algn="ctr">
              <a:defRPr>
                <a:solidFill>
                  <a:srgbClr val="FFFFFF"/>
                </a:solidFill>
              </a:defRPr>
            </a:pPr>
          </a:p>
        </p:txBody>
      </p:sp>
      <p:sp>
        <p:nvSpPr>
          <p:cNvPr id="194" name="Oval 37"/>
          <p:cNvSpPr/>
          <p:nvPr/>
        </p:nvSpPr>
        <p:spPr>
          <a:xfrm>
            <a:off x="5392982" y="3969608"/>
            <a:ext cx="830999" cy="830999"/>
          </a:xfrm>
          <a:prstGeom prst="ellipse">
            <a:avLst/>
          </a:prstGeom>
          <a:solidFill>
            <a:srgbClr val="EB8C3C"/>
          </a:solidFill>
          <a:ln w="12700">
            <a:miter lim="400000"/>
          </a:ln>
        </p:spPr>
        <p:txBody>
          <a:bodyPr lIns="45719" rIns="45719" anchor="ctr"/>
          <a:lstStyle/>
          <a:p>
            <a:pPr algn="ctr">
              <a:defRPr>
                <a:solidFill>
                  <a:srgbClr val="FFFFFF"/>
                </a:solidFill>
              </a:defRPr>
            </a:pPr>
          </a:p>
        </p:txBody>
      </p:sp>
      <p:sp>
        <p:nvSpPr>
          <p:cNvPr id="195" name="Oval 38"/>
          <p:cNvSpPr/>
          <p:nvPr/>
        </p:nvSpPr>
        <p:spPr>
          <a:xfrm>
            <a:off x="6742924" y="3969608"/>
            <a:ext cx="830999" cy="830999"/>
          </a:xfrm>
          <a:prstGeom prst="ellipse">
            <a:avLst/>
          </a:prstGeom>
          <a:solidFill>
            <a:srgbClr val="96628C"/>
          </a:solidFill>
          <a:ln w="12700">
            <a:miter lim="400000"/>
          </a:ln>
        </p:spPr>
        <p:txBody>
          <a:bodyPr lIns="45719" rIns="45719" anchor="ctr"/>
          <a:lstStyle/>
          <a:p>
            <a:pPr algn="ctr">
              <a:defRPr>
                <a:solidFill>
                  <a:srgbClr val="FFFFFF"/>
                </a:solidFill>
              </a:defRPr>
            </a:pPr>
          </a:p>
        </p:txBody>
      </p:sp>
      <p:sp>
        <p:nvSpPr>
          <p:cNvPr id="196" name="Oval 39"/>
          <p:cNvSpPr/>
          <p:nvPr/>
        </p:nvSpPr>
        <p:spPr>
          <a:xfrm>
            <a:off x="8092868" y="3969608"/>
            <a:ext cx="830999" cy="830999"/>
          </a:xfrm>
          <a:prstGeom prst="ellipse">
            <a:avLst/>
          </a:prstGeom>
          <a:solidFill>
            <a:srgbClr val="CD5A5A"/>
          </a:solidFill>
          <a:ln w="12700">
            <a:miter lim="400000"/>
          </a:ln>
        </p:spPr>
        <p:txBody>
          <a:bodyPr lIns="45719" rIns="45719" anchor="ctr"/>
          <a:lstStyle/>
          <a:p>
            <a:pPr algn="ctr">
              <a:defRPr>
                <a:solidFill>
                  <a:srgbClr val="FFFFFF"/>
                </a:solidFill>
              </a:defRPr>
            </a:pPr>
          </a:p>
        </p:txBody>
      </p:sp>
      <p:sp>
        <p:nvSpPr>
          <p:cNvPr id="197" name="Oval 40"/>
          <p:cNvSpPr/>
          <p:nvPr/>
        </p:nvSpPr>
        <p:spPr>
          <a:xfrm>
            <a:off x="9442811" y="3969608"/>
            <a:ext cx="830999" cy="830999"/>
          </a:xfrm>
          <a:prstGeom prst="ellipse">
            <a:avLst/>
          </a:prstGeom>
          <a:solidFill>
            <a:srgbClr val="FFD746"/>
          </a:solidFill>
          <a:ln w="12700">
            <a:miter lim="400000"/>
          </a:ln>
        </p:spPr>
        <p:txBody>
          <a:bodyPr lIns="45719" rIns="45719" anchor="ctr"/>
          <a:lstStyle/>
          <a:p>
            <a:pPr algn="ctr">
              <a:defRPr>
                <a:solidFill>
                  <a:srgbClr val="FFFFFF"/>
                </a:solidFill>
              </a:defRPr>
            </a:pPr>
          </a:p>
        </p:txBody>
      </p:sp>
      <p:sp>
        <p:nvSpPr>
          <p:cNvPr id="198" name="Oval 41"/>
          <p:cNvSpPr/>
          <p:nvPr/>
        </p:nvSpPr>
        <p:spPr>
          <a:xfrm>
            <a:off x="10792753" y="3969608"/>
            <a:ext cx="830999" cy="830999"/>
          </a:xfrm>
          <a:prstGeom prst="ellipse">
            <a:avLst/>
          </a:prstGeom>
          <a:solidFill>
            <a:srgbClr val="CDDDF0"/>
          </a:solidFill>
          <a:ln w="12700">
            <a:miter lim="400000"/>
          </a:ln>
        </p:spPr>
        <p:txBody>
          <a:bodyPr lIns="45719" rIns="45719" anchor="ctr"/>
          <a:lstStyle/>
          <a:p>
            <a:pPr algn="ctr">
              <a:defRPr>
                <a:solidFill>
                  <a:srgbClr val="FFFFFF"/>
                </a:solidFill>
              </a:defRPr>
            </a:pPr>
          </a:p>
        </p:txBody>
      </p:sp>
      <p:sp>
        <p:nvSpPr>
          <p:cNvPr id="199" name="Oval 42"/>
          <p:cNvSpPr/>
          <p:nvPr/>
        </p:nvSpPr>
        <p:spPr>
          <a:xfrm>
            <a:off x="5392982" y="5249769"/>
            <a:ext cx="830999" cy="830999"/>
          </a:xfrm>
          <a:prstGeom prst="ellipse">
            <a:avLst/>
          </a:prstGeom>
          <a:solidFill>
            <a:srgbClr val="D7EBB4"/>
          </a:solidFill>
          <a:ln w="12700">
            <a:miter lim="400000"/>
          </a:ln>
        </p:spPr>
        <p:txBody>
          <a:bodyPr lIns="45719" rIns="45719" anchor="ctr"/>
          <a:lstStyle/>
          <a:p>
            <a:pPr algn="ctr">
              <a:defRPr>
                <a:solidFill>
                  <a:srgbClr val="FFFFFF"/>
                </a:solidFill>
              </a:defRPr>
            </a:pPr>
          </a:p>
        </p:txBody>
      </p:sp>
      <p:sp>
        <p:nvSpPr>
          <p:cNvPr id="200" name="Oval 43"/>
          <p:cNvSpPr/>
          <p:nvPr/>
        </p:nvSpPr>
        <p:spPr>
          <a:xfrm>
            <a:off x="6742924" y="5249769"/>
            <a:ext cx="830999" cy="830999"/>
          </a:xfrm>
          <a:prstGeom prst="ellipse">
            <a:avLst/>
          </a:prstGeom>
          <a:solidFill>
            <a:srgbClr val="FFDC91"/>
          </a:solidFill>
          <a:ln w="12700">
            <a:miter lim="400000"/>
          </a:ln>
        </p:spPr>
        <p:txBody>
          <a:bodyPr lIns="45719" rIns="45719" anchor="ctr"/>
          <a:lstStyle/>
          <a:p>
            <a:pPr algn="ctr">
              <a:defRPr>
                <a:solidFill>
                  <a:srgbClr val="FFFFFF"/>
                </a:solidFill>
              </a:defRPr>
            </a:pPr>
          </a:p>
        </p:txBody>
      </p:sp>
      <p:sp>
        <p:nvSpPr>
          <p:cNvPr id="201" name="Oval 44"/>
          <p:cNvSpPr/>
          <p:nvPr/>
        </p:nvSpPr>
        <p:spPr>
          <a:xfrm>
            <a:off x="8092868" y="5249769"/>
            <a:ext cx="830999" cy="830999"/>
          </a:xfrm>
          <a:prstGeom prst="ellipse">
            <a:avLst/>
          </a:prstGeom>
          <a:solidFill>
            <a:srgbClr val="D7C3F1"/>
          </a:solidFill>
          <a:ln w="12700">
            <a:miter lim="400000"/>
          </a:ln>
        </p:spPr>
        <p:txBody>
          <a:bodyPr lIns="45719" rIns="45719" anchor="ctr"/>
          <a:lstStyle/>
          <a:p>
            <a:pPr algn="ctr">
              <a:defRPr>
                <a:solidFill>
                  <a:srgbClr val="FFFFFF"/>
                </a:solidFill>
              </a:defRPr>
            </a:pPr>
          </a:p>
        </p:txBody>
      </p:sp>
      <p:sp>
        <p:nvSpPr>
          <p:cNvPr id="202" name="Oval 45"/>
          <p:cNvSpPr/>
          <p:nvPr/>
        </p:nvSpPr>
        <p:spPr>
          <a:xfrm>
            <a:off x="9442811" y="5249769"/>
            <a:ext cx="830999" cy="830999"/>
          </a:xfrm>
          <a:prstGeom prst="ellipse">
            <a:avLst/>
          </a:prstGeom>
          <a:solidFill>
            <a:srgbClr val="F6C3C3"/>
          </a:solidFill>
          <a:ln w="12700">
            <a:miter lim="400000"/>
          </a:ln>
        </p:spPr>
        <p:txBody>
          <a:bodyPr lIns="45719" rIns="45719" anchor="ctr"/>
          <a:lstStyle/>
          <a:p>
            <a:pPr algn="ctr">
              <a:defRPr>
                <a:solidFill>
                  <a:srgbClr val="FFFFFF"/>
                </a:solidFill>
              </a:defRPr>
            </a:pPr>
          </a:p>
        </p:txBody>
      </p:sp>
      <p:sp>
        <p:nvSpPr>
          <p:cNvPr id="203" name="Oval 46"/>
          <p:cNvSpPr/>
          <p:nvPr/>
        </p:nvSpPr>
        <p:spPr>
          <a:xfrm>
            <a:off x="10792753" y="5249769"/>
            <a:ext cx="830999" cy="830999"/>
          </a:xfrm>
          <a:prstGeom prst="ellipse">
            <a:avLst/>
          </a:prstGeom>
          <a:solidFill>
            <a:srgbClr val="FFF07D"/>
          </a:solidFill>
          <a:ln w="12700">
            <a:miter lim="400000"/>
          </a:ln>
        </p:spPr>
        <p:txBody>
          <a:bodyPr lIns="45719" rIns="45719" anchor="ctr"/>
          <a:lstStyle/>
          <a:p>
            <a:pPr algn="ctr">
              <a:defRPr>
                <a:solidFill>
                  <a:srgbClr val="FFFFFF"/>
                </a:solidFill>
              </a:defRPr>
            </a:pPr>
          </a:p>
        </p:txBody>
      </p:sp>
      <p:sp>
        <p:nvSpPr>
          <p:cNvPr id="204" name="Текст 37"/>
          <p:cNvSpPr/>
          <p:nvPr>
            <p:ph type="body" sz="quarter" idx="21" hasCustomPrompt="1"/>
          </p:nvPr>
        </p:nvSpPr>
        <p:spPr>
          <a:xfrm>
            <a:off x="1143689" y="540903"/>
            <a:ext cx="1901826" cy="415926"/>
          </a:xfrm>
          <a:prstGeom prst="rect">
            <a:avLst/>
          </a:prstGeom>
        </p:spPr>
        <p:txBody>
          <a:bodyPr lIns="0" tIns="0" rIns="0" bIns="0">
            <a:normAutofit fontScale="100000" lnSpcReduction="0"/>
          </a:bodyPr>
          <a:lstStyle>
            <a:lvl1pPr marL="0" indent="0">
              <a:lnSpc>
                <a:spcPct val="100000"/>
              </a:lnSpc>
              <a:spcBef>
                <a:spcPts val="0"/>
              </a:spcBef>
              <a:buSzTx/>
              <a:buFontTx/>
              <a:buNone/>
              <a:defRPr sz="1000">
                <a:latin typeface="HSE Sans"/>
                <a:ea typeface="HSE Sans"/>
                <a:cs typeface="HSE Sans"/>
                <a:sym typeface="HSE Sans"/>
              </a:defRPr>
            </a:lvl1pPr>
          </a:lstStyle>
          <a:p>
            <a:pPr/>
            <a:r>
              <a:t>Name of subdivisions in two or three lines (10 pt)</a:t>
            </a:r>
          </a:p>
        </p:txBody>
      </p:sp>
      <p:sp>
        <p:nvSpPr>
          <p:cNvPr id="205" name="Текст 39"/>
          <p:cNvSpPr/>
          <p:nvPr>
            <p:ph type="body" sz="quarter" idx="22" hasCustomPrompt="1"/>
          </p:nvPr>
        </p:nvSpPr>
        <p:spPr>
          <a:xfrm>
            <a:off x="3459162" y="548719"/>
            <a:ext cx="2070101" cy="408110"/>
          </a:xfrm>
          <a:prstGeom prst="rect">
            <a:avLst/>
          </a:prstGeom>
        </p:spPr>
        <p:txBody>
          <a:bodyPr lIns="0" tIns="0" rIns="0" bIns="0">
            <a:normAutofit fontScale="100000" lnSpcReduction="0"/>
          </a:bodyPr>
          <a:lstStyle>
            <a:lvl1pPr marL="0" indent="0">
              <a:lnSpc>
                <a:spcPct val="100000"/>
              </a:lnSpc>
              <a:spcBef>
                <a:spcPts val="0"/>
              </a:spcBef>
              <a:buSzTx/>
              <a:buFontTx/>
              <a:buNone/>
              <a:defRPr sz="1000">
                <a:solidFill>
                  <a:srgbClr val="0E2D69"/>
                </a:solidFill>
                <a:latin typeface="HSE Sans"/>
                <a:ea typeface="HSE Sans"/>
                <a:cs typeface="HSE Sans"/>
                <a:sym typeface="HSE Sans"/>
              </a:defRPr>
            </a:lvl1pPr>
          </a:lstStyle>
          <a:p>
            <a:pPr/>
            <a:r>
              <a:t>Name of presentation can be provided in two or three lines (10 pt)</a:t>
            </a:r>
          </a:p>
        </p:txBody>
      </p:sp>
      <p:sp>
        <p:nvSpPr>
          <p:cNvPr id="206" name="Текст 39"/>
          <p:cNvSpPr/>
          <p:nvPr>
            <p:ph type="body" sz="quarter" idx="23" hasCustomPrompt="1"/>
          </p:nvPr>
        </p:nvSpPr>
        <p:spPr>
          <a:xfrm>
            <a:off x="6259891" y="548719"/>
            <a:ext cx="2070101" cy="408110"/>
          </a:xfrm>
          <a:prstGeom prst="rect">
            <a:avLst/>
          </a:prstGeom>
        </p:spPr>
        <p:txBody>
          <a:bodyPr lIns="0" tIns="0" rIns="0" bIns="0">
            <a:normAutofit fontScale="100000" lnSpcReduction="0"/>
          </a:bodyPr>
          <a:lstStyle>
            <a:lvl1pPr marL="0" indent="0">
              <a:lnSpc>
                <a:spcPct val="100000"/>
              </a:lnSpc>
              <a:spcBef>
                <a:spcPts val="0"/>
              </a:spcBef>
              <a:buSzTx/>
              <a:buFontTx/>
              <a:buNone/>
              <a:defRPr sz="1000">
                <a:solidFill>
                  <a:srgbClr val="0E2D69"/>
                </a:solidFill>
                <a:latin typeface="HSE Sans"/>
                <a:ea typeface="HSE Sans"/>
                <a:cs typeface="HSE Sans"/>
                <a:sym typeface="HSE Sans"/>
              </a:defRPr>
            </a:lvl1pPr>
          </a:lstStyle>
          <a:p>
            <a:pPr/>
            <a:r>
              <a:t>Name of presentation can be provided in two or three lines (10 pt)</a:t>
            </a:r>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чистый_2">
    <p:spTree>
      <p:nvGrpSpPr>
        <p:cNvPr id="1" name=""/>
        <p:cNvGrpSpPr/>
        <p:nvPr/>
      </p:nvGrpSpPr>
      <p:grpSpPr>
        <a:xfrm>
          <a:off x="0" y="0"/>
          <a:ext cx="0" cy="0"/>
          <a:chOff x="0" y="0"/>
          <a:chExt cx="0" cy="0"/>
        </a:xfrm>
      </p:grpSpPr>
      <p:pic>
        <p:nvPicPr>
          <p:cNvPr id="213" name="Picture 4" descr="Picture 4"/>
          <p:cNvPicPr>
            <a:picLocks noChangeAspect="1"/>
          </p:cNvPicPr>
          <p:nvPr/>
        </p:nvPicPr>
        <p:blipFill>
          <a:blip r:embed="rId2">
            <a:extLst/>
          </a:blip>
          <a:stretch>
            <a:fillRect/>
          </a:stretch>
        </p:blipFill>
        <p:spPr>
          <a:xfrm>
            <a:off x="517199" y="464362"/>
            <a:ext cx="448276" cy="448277"/>
          </a:xfrm>
          <a:prstGeom prst="rect">
            <a:avLst/>
          </a:prstGeom>
          <a:ln w="12700">
            <a:miter lim="400000"/>
          </a:ln>
        </p:spPr>
      </p:pic>
      <p:sp>
        <p:nvSpPr>
          <p:cNvPr id="214" name="Straight Connector 19"/>
          <p:cNvSpPr/>
          <p:nvPr/>
        </p:nvSpPr>
        <p:spPr>
          <a:xfrm>
            <a:off x="3298685" y="464362"/>
            <a:ext cx="1" cy="586261"/>
          </a:xfrm>
          <a:prstGeom prst="line">
            <a:avLst/>
          </a:prstGeom>
          <a:ln w="12700">
            <a:solidFill>
              <a:srgbClr val="102D69"/>
            </a:solidFill>
            <a:miter/>
          </a:ln>
        </p:spPr>
        <p:txBody>
          <a:bodyPr lIns="45719" rIns="45719"/>
          <a:lstStyle/>
          <a:p>
            <a:pPr/>
          </a:p>
        </p:txBody>
      </p:sp>
      <p:sp>
        <p:nvSpPr>
          <p:cNvPr id="215" name="Straight Connector 21"/>
          <p:cNvSpPr/>
          <p:nvPr/>
        </p:nvSpPr>
        <p:spPr>
          <a:xfrm>
            <a:off x="6099416" y="464362"/>
            <a:ext cx="1" cy="586261"/>
          </a:xfrm>
          <a:prstGeom prst="line">
            <a:avLst/>
          </a:prstGeom>
          <a:ln w="12700">
            <a:solidFill>
              <a:srgbClr val="102D69"/>
            </a:solidFill>
            <a:miter/>
          </a:ln>
        </p:spPr>
        <p:txBody>
          <a:bodyPr lIns="45719" rIns="45719"/>
          <a:lstStyle/>
          <a:p>
            <a:pPr/>
          </a:p>
        </p:txBody>
      </p:sp>
      <p:sp>
        <p:nvSpPr>
          <p:cNvPr id="216" name="Straight Connector 25"/>
          <p:cNvSpPr/>
          <p:nvPr/>
        </p:nvSpPr>
        <p:spPr>
          <a:xfrm>
            <a:off x="10277081" y="464362"/>
            <a:ext cx="1" cy="586261"/>
          </a:xfrm>
          <a:prstGeom prst="line">
            <a:avLst/>
          </a:prstGeom>
          <a:ln w="12700">
            <a:solidFill>
              <a:srgbClr val="102D69"/>
            </a:solidFill>
            <a:miter/>
          </a:ln>
        </p:spPr>
        <p:txBody>
          <a:bodyPr lIns="45719" rIns="45719"/>
          <a:lstStyle/>
          <a:p>
            <a:pPr/>
          </a:p>
        </p:txBody>
      </p:sp>
      <p:sp>
        <p:nvSpPr>
          <p:cNvPr id="217" name="Номер слайда"/>
          <p:cNvSpPr txBox="1"/>
          <p:nvPr>
            <p:ph type="sldNum" sz="quarter" idx="2"/>
          </p:nvPr>
        </p:nvSpPr>
        <p:spPr>
          <a:xfrm>
            <a:off x="10410201" y="532278"/>
            <a:ext cx="295226" cy="304801"/>
          </a:xfrm>
          <a:prstGeom prst="rect">
            <a:avLst/>
          </a:prstGeom>
        </p:spPr>
        <p:txBody>
          <a:bodyPr lIns="0" tIns="0" rIns="0" bIns="0" anchor="t"/>
          <a:lstStyle>
            <a:lvl1pPr algn="l">
              <a:defRPr sz="2000">
                <a:solidFill>
                  <a:srgbClr val="102D69"/>
                </a:solidFill>
                <a:latin typeface="HSE Sans"/>
                <a:ea typeface="HSE Sans"/>
                <a:cs typeface="HSE Sans"/>
                <a:sym typeface="HSE Sans"/>
              </a:defRPr>
            </a:lvl1pPr>
          </a:lstStyle>
          <a:p>
            <a:pPr/>
            <a:fld id="{86CB4B4D-7CA3-9044-876B-883B54F8677D}" type="slidenum"/>
          </a:p>
        </p:txBody>
      </p:sp>
      <p:sp>
        <p:nvSpPr>
          <p:cNvPr id="218" name="Straight Connector 59"/>
          <p:cNvSpPr/>
          <p:nvPr/>
        </p:nvSpPr>
        <p:spPr>
          <a:xfrm>
            <a:off x="11643868" y="464362"/>
            <a:ext cx="1" cy="586261"/>
          </a:xfrm>
          <a:prstGeom prst="line">
            <a:avLst/>
          </a:prstGeom>
          <a:ln w="12700">
            <a:solidFill>
              <a:srgbClr val="102D69"/>
            </a:solidFill>
            <a:miter/>
          </a:ln>
        </p:spPr>
        <p:txBody>
          <a:bodyPr lIns="45719" rIns="45719"/>
          <a:lstStyle/>
          <a:p>
            <a:pPr/>
          </a:p>
        </p:txBody>
      </p:sp>
      <p:sp>
        <p:nvSpPr>
          <p:cNvPr id="219" name="Уровень текста 1…"/>
          <p:cNvSpPr txBox="1"/>
          <p:nvPr>
            <p:ph type="body" sz="quarter" idx="1" hasCustomPrompt="1"/>
          </p:nvPr>
        </p:nvSpPr>
        <p:spPr>
          <a:xfrm>
            <a:off x="1143689" y="540903"/>
            <a:ext cx="1901826" cy="415926"/>
          </a:xfrm>
          <a:prstGeom prst="rect">
            <a:avLst/>
          </a:prstGeom>
        </p:spPr>
        <p:txBody>
          <a:bodyPr lIns="0" tIns="0" rIns="0" bIns="0">
            <a:normAutofit fontScale="100000" lnSpcReduction="0"/>
          </a:bodyPr>
          <a:lstStyle>
            <a:lvl1pPr marL="0" indent="0">
              <a:lnSpc>
                <a:spcPct val="100000"/>
              </a:lnSpc>
              <a:spcBef>
                <a:spcPts val="0"/>
              </a:spcBef>
              <a:buSzTx/>
              <a:buFontTx/>
              <a:buNone/>
              <a:defRPr sz="1000">
                <a:latin typeface="HSE Sans"/>
                <a:ea typeface="HSE Sans"/>
                <a:cs typeface="HSE Sans"/>
                <a:sym typeface="HSE Sans"/>
              </a:defRPr>
            </a:lvl1pPr>
            <a:lvl2pPr marL="0" indent="457200">
              <a:lnSpc>
                <a:spcPct val="100000"/>
              </a:lnSpc>
              <a:spcBef>
                <a:spcPts val="0"/>
              </a:spcBef>
              <a:buSzTx/>
              <a:buFontTx/>
              <a:buNone/>
              <a:defRPr sz="1000">
                <a:latin typeface="HSE Sans"/>
                <a:ea typeface="HSE Sans"/>
                <a:cs typeface="HSE Sans"/>
                <a:sym typeface="HSE Sans"/>
              </a:defRPr>
            </a:lvl2pPr>
            <a:lvl3pPr marL="0" indent="914400">
              <a:lnSpc>
                <a:spcPct val="100000"/>
              </a:lnSpc>
              <a:spcBef>
                <a:spcPts val="0"/>
              </a:spcBef>
              <a:buSzTx/>
              <a:buFontTx/>
              <a:buNone/>
              <a:defRPr sz="1000">
                <a:latin typeface="HSE Sans"/>
                <a:ea typeface="HSE Sans"/>
                <a:cs typeface="HSE Sans"/>
                <a:sym typeface="HSE Sans"/>
              </a:defRPr>
            </a:lvl3pPr>
            <a:lvl4pPr marL="0" indent="1371600">
              <a:lnSpc>
                <a:spcPct val="100000"/>
              </a:lnSpc>
              <a:spcBef>
                <a:spcPts val="0"/>
              </a:spcBef>
              <a:buSzTx/>
              <a:buFontTx/>
              <a:buNone/>
              <a:defRPr sz="1000">
                <a:latin typeface="HSE Sans"/>
                <a:ea typeface="HSE Sans"/>
                <a:cs typeface="HSE Sans"/>
                <a:sym typeface="HSE Sans"/>
              </a:defRPr>
            </a:lvl4pPr>
            <a:lvl5pPr marL="0" indent="1828800">
              <a:lnSpc>
                <a:spcPct val="100000"/>
              </a:lnSpc>
              <a:spcBef>
                <a:spcPts val="0"/>
              </a:spcBef>
              <a:buSzTx/>
              <a:buFontTx/>
              <a:buNone/>
              <a:defRPr sz="1000">
                <a:latin typeface="HSE Sans"/>
                <a:ea typeface="HSE Sans"/>
                <a:cs typeface="HSE Sans"/>
                <a:sym typeface="HSE Sans"/>
              </a:defRPr>
            </a:lvl5pPr>
          </a:lstStyle>
          <a:p>
            <a:pPr/>
            <a:r>
              <a:t>Name of subdivisions in two or three lines (10 pt)</a:t>
            </a:r>
          </a:p>
          <a:p>
            <a:pPr lvl="1"/>
            <a:r>
              <a:t/>
            </a:r>
          </a:p>
          <a:p>
            <a:pPr lvl="2"/>
            <a:r>
              <a:t/>
            </a:r>
          </a:p>
          <a:p>
            <a:pPr lvl="3"/>
            <a:r>
              <a:t/>
            </a:r>
          </a:p>
          <a:p>
            <a:pPr lvl="4"/>
            <a:r>
              <a:t/>
            </a:r>
          </a:p>
        </p:txBody>
      </p:sp>
      <p:sp>
        <p:nvSpPr>
          <p:cNvPr id="220" name="Текст 39"/>
          <p:cNvSpPr/>
          <p:nvPr>
            <p:ph type="body" sz="quarter" idx="21" hasCustomPrompt="1"/>
          </p:nvPr>
        </p:nvSpPr>
        <p:spPr>
          <a:xfrm>
            <a:off x="3459162" y="548719"/>
            <a:ext cx="2070101" cy="408110"/>
          </a:xfrm>
          <a:prstGeom prst="rect">
            <a:avLst/>
          </a:prstGeom>
        </p:spPr>
        <p:txBody>
          <a:bodyPr lIns="0" tIns="0" rIns="0" bIns="0">
            <a:normAutofit fontScale="100000" lnSpcReduction="0"/>
          </a:bodyPr>
          <a:lstStyle>
            <a:lvl1pPr marL="0" indent="0">
              <a:lnSpc>
                <a:spcPct val="100000"/>
              </a:lnSpc>
              <a:spcBef>
                <a:spcPts val="0"/>
              </a:spcBef>
              <a:buSzTx/>
              <a:buFontTx/>
              <a:buNone/>
              <a:defRPr sz="1000">
                <a:solidFill>
                  <a:srgbClr val="0E2D69"/>
                </a:solidFill>
                <a:latin typeface="HSE Sans"/>
                <a:ea typeface="HSE Sans"/>
                <a:cs typeface="HSE Sans"/>
                <a:sym typeface="HSE Sans"/>
              </a:defRPr>
            </a:lvl1pPr>
          </a:lstStyle>
          <a:p>
            <a:pPr/>
            <a:r>
              <a:t>Name of presentation can be provided in two or three lines (10 pt)</a:t>
            </a:r>
          </a:p>
        </p:txBody>
      </p:sp>
      <p:sp>
        <p:nvSpPr>
          <p:cNvPr id="221" name="Текст 39"/>
          <p:cNvSpPr/>
          <p:nvPr>
            <p:ph type="body" sz="quarter" idx="22" hasCustomPrompt="1"/>
          </p:nvPr>
        </p:nvSpPr>
        <p:spPr>
          <a:xfrm>
            <a:off x="6259891" y="548719"/>
            <a:ext cx="2070101" cy="408110"/>
          </a:xfrm>
          <a:prstGeom prst="rect">
            <a:avLst/>
          </a:prstGeom>
        </p:spPr>
        <p:txBody>
          <a:bodyPr lIns="0" tIns="0" rIns="0" bIns="0">
            <a:normAutofit fontScale="100000" lnSpcReduction="0"/>
          </a:bodyPr>
          <a:lstStyle>
            <a:lvl1pPr marL="0" indent="0">
              <a:lnSpc>
                <a:spcPct val="100000"/>
              </a:lnSpc>
              <a:spcBef>
                <a:spcPts val="0"/>
              </a:spcBef>
              <a:buSzTx/>
              <a:buFontTx/>
              <a:buNone/>
              <a:defRPr sz="1000">
                <a:solidFill>
                  <a:srgbClr val="0E2D69"/>
                </a:solidFill>
                <a:latin typeface="HSE Sans"/>
                <a:ea typeface="HSE Sans"/>
                <a:cs typeface="HSE Sans"/>
                <a:sym typeface="HSE Sans"/>
              </a:defRPr>
            </a:lvl1pPr>
          </a:lstStyle>
          <a:p>
            <a:pPr/>
            <a:r>
              <a:t>Name of presentation can be provided in two or three lines (10 pt)</a:t>
            </a:r>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чистый">
    <p:spTree>
      <p:nvGrpSpPr>
        <p:cNvPr id="1" name=""/>
        <p:cNvGrpSpPr/>
        <p:nvPr/>
      </p:nvGrpSpPr>
      <p:grpSpPr>
        <a:xfrm>
          <a:off x="0" y="0"/>
          <a:ext cx="0" cy="0"/>
          <a:chOff x="0" y="0"/>
          <a:chExt cx="0" cy="0"/>
        </a:xfrm>
      </p:grpSpPr>
      <p:sp>
        <p:nvSpPr>
          <p:cNvPr id="228"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1.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F2C68"/>
          </a:solidFill>
          <a:ln w="12700">
            <a:solidFill>
              <a:srgbClr val="0B204C"/>
            </a:solidFill>
            <a:miter/>
          </a:ln>
        </p:spPr>
        <p:txBody>
          <a:bodyPr lIns="45719" rIns="45719" anchor="ctr"/>
          <a:lstStyle/>
          <a:p>
            <a:pPr algn="ctr">
              <a:defRPr>
                <a:solidFill>
                  <a:srgbClr val="FFFFFF"/>
                </a:solidFill>
              </a:defRPr>
            </a:pPr>
          </a:p>
        </p:txBody>
      </p:sp>
      <p:pic>
        <p:nvPicPr>
          <p:cNvPr id="3" name="Picture 3" descr="Picture 3"/>
          <p:cNvPicPr>
            <a:picLocks noChangeAspect="1"/>
          </p:cNvPicPr>
          <p:nvPr/>
        </p:nvPicPr>
        <p:blipFill>
          <a:blip r:embed="rId3">
            <a:extLst/>
          </a:blip>
          <a:stretch>
            <a:fillRect/>
          </a:stretch>
        </p:blipFill>
        <p:spPr>
          <a:xfrm>
            <a:off x="5310809" y="2643808"/>
            <a:ext cx="1570384" cy="1570384"/>
          </a:xfrm>
          <a:prstGeom prst="rect">
            <a:avLst/>
          </a:prstGeom>
          <a:ln w="12700">
            <a:miter lim="400000"/>
          </a:ln>
        </p:spPr>
      </p:pic>
      <p:sp>
        <p:nvSpPr>
          <p:cNvPr id="4" name="Текст заголовка"/>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Текст заголовка</a:t>
            </a:r>
          </a:p>
        </p:txBody>
      </p:sp>
      <p:sp>
        <p:nvSpPr>
          <p:cNvPr id="5" name="Уровень текста 1…"/>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Уровень текста 1</a:t>
            </a:r>
          </a:p>
          <a:p>
            <a:pPr lvl="1"/>
            <a:r>
              <a:t>Уровень текста 2</a:t>
            </a:r>
          </a:p>
          <a:p>
            <a:pPr lvl="2"/>
            <a:r>
              <a:t>Уровень текста 3</a:t>
            </a:r>
          </a:p>
          <a:p>
            <a:pPr lvl="3"/>
            <a:r>
              <a:t>Уровень текста 4</a:t>
            </a:r>
          </a:p>
          <a:p>
            <a:pPr lvl="4"/>
            <a:r>
              <a:t>Уровень текста 5</a:t>
            </a:r>
          </a:p>
        </p:txBody>
      </p:sp>
      <p:sp>
        <p:nvSpPr>
          <p:cNvPr id="6" name="Номер слайда"/>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F2C68"/>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F2C68"/>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F2C68"/>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F2C68"/>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F2C68"/>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F2C68"/>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F2C68"/>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F2C68"/>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F2C68"/>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F2C68"/>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F2C68"/>
          </a:solidFill>
          <a:uFillTx/>
          <a:latin typeface="+mj-lt"/>
          <a:ea typeface="+mj-ea"/>
          <a:cs typeface="+mj-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F2C68"/>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F2C68"/>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F2C68"/>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F2C68"/>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F2C68"/>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F2C68"/>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F2C68"/>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7" name="Заголовок 1"/>
          <p:cNvSpPr txBox="1"/>
          <p:nvPr>
            <p:ph type="ctrTitle"/>
          </p:nvPr>
        </p:nvSpPr>
        <p:spPr>
          <a:xfrm>
            <a:off x="1027967" y="2068801"/>
            <a:ext cx="7634059" cy="1978325"/>
          </a:xfrm>
          <a:prstGeom prst="rect">
            <a:avLst/>
          </a:prstGeom>
        </p:spPr>
        <p:txBody>
          <a:bodyPr/>
          <a:lstStyle/>
          <a:p>
            <a:pPr/>
            <a:r>
              <a:t>Управление инвестиционным   портфелем</a:t>
            </a:r>
          </a:p>
        </p:txBody>
      </p:sp>
      <p:sp>
        <p:nvSpPr>
          <p:cNvPr id="238" name="Текст 2"/>
          <p:cNvSpPr txBox="1"/>
          <p:nvPr>
            <p:ph type="subTitle" sz="quarter" idx="1"/>
          </p:nvPr>
        </p:nvSpPr>
        <p:spPr>
          <a:xfrm>
            <a:off x="2074946" y="1187840"/>
            <a:ext cx="3848718" cy="435164"/>
          </a:xfrm>
          <a:prstGeom prst="rect">
            <a:avLst/>
          </a:prstGeom>
        </p:spPr>
        <p:txBody>
          <a:bodyPr/>
          <a:lstStyle/>
          <a:p>
            <a:pPr/>
            <a:r>
              <a:t>Факультет компьютерных наук</a:t>
            </a:r>
          </a:p>
        </p:txBody>
      </p:sp>
      <p:sp>
        <p:nvSpPr>
          <p:cNvPr id="239" name="Текст 3"/>
          <p:cNvSpPr/>
          <p:nvPr>
            <p:ph type="body" idx="21"/>
          </p:nvPr>
        </p:nvSpPr>
        <p:spPr>
          <a:prstGeom prst="rect">
            <a:avLst/>
          </a:prstGeom>
          <a:extLst>
            <a:ext uri="{C572A759-6A51-4108-AA02-DFA0A04FC94B}">
              <ma14:wrappingTextBoxFlag xmlns:ma14="http://schemas.microsoft.com/office/mac/drawingml/2011/main" val="1"/>
            </a:ext>
          </a:extLst>
        </p:spPr>
        <p:txBody>
          <a:bodyPr/>
          <a:lstStyle/>
          <a:p>
            <a:pPr/>
            <a:r>
              <a:t>Финансовые технологии и анализ данных</a:t>
            </a:r>
          </a:p>
        </p:txBody>
      </p:sp>
      <p:sp>
        <p:nvSpPr>
          <p:cNvPr id="240" name="Текст 4"/>
          <p:cNvSpPr/>
          <p:nvPr>
            <p:ph type="body" idx="22"/>
          </p:nvPr>
        </p:nvSpPr>
        <p:spPr>
          <a:prstGeom prst="rect">
            <a:avLst/>
          </a:prstGeom>
          <a:extLst>
            <a:ext uri="{C572A759-6A51-4108-AA02-DFA0A04FC94B}">
              <ma14:wrappingTextBoxFlag xmlns:ma14="http://schemas.microsoft.com/office/mac/drawingml/2011/main" val="1"/>
            </a:ext>
          </a:extLst>
        </p:spPr>
        <p:txBody>
          <a:bodyPr/>
          <a:lstStyle/>
          <a:p>
            <a:pPr/>
            <a:r>
              <a:t>Москва, 2026</a:t>
            </a:r>
          </a:p>
        </p:txBody>
      </p:sp>
      <p:sp>
        <p:nvSpPr>
          <p:cNvPr id="241" name="Текст 5"/>
          <p:cNvSpPr/>
          <p:nvPr>
            <p:ph type="body" idx="23"/>
          </p:nvPr>
        </p:nvSpPr>
        <p:spPr>
          <a:xfrm>
            <a:off x="1027966" y="4478913"/>
            <a:ext cx="6287351" cy="1371492"/>
          </a:xfrm>
          <a:prstGeom prst="rect">
            <a:avLst/>
          </a:prstGeom>
          <a:extLst>
            <a:ext uri="{C572A759-6A51-4108-AA02-DFA0A04FC94B}">
              <ma14:wrappingTextBoxFlag xmlns:ma14="http://schemas.microsoft.com/office/mac/drawingml/2011/main" val="1"/>
            </a:ext>
          </a:extLst>
        </p:spPr>
        <p:txBody>
          <a:bodyPr/>
          <a:lstStyle/>
          <a:p>
            <a:pPr>
              <a:lnSpc>
                <a:spcPct val="80000"/>
              </a:lnSpc>
              <a:defRPr sz="1700"/>
            </a:pPr>
            <a:r>
              <a:t>Исаева Диана</a:t>
            </a:r>
          </a:p>
          <a:p>
            <a:pPr>
              <a:lnSpc>
                <a:spcPct val="80000"/>
              </a:lnSpc>
              <a:defRPr sz="1700"/>
            </a:pPr>
          </a:p>
          <a:p>
            <a:pPr>
              <a:lnSpc>
                <a:spcPct val="80000"/>
              </a:lnSpc>
              <a:defRPr sz="1700"/>
            </a:pPr>
            <a:r>
              <a:t>Кунаева Илана</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TextBox 10"/>
          <p:cNvSpPr txBox="1"/>
          <p:nvPr>
            <p:ph type="sldNum" sz="quarter" idx="2"/>
          </p:nvPr>
        </p:nvSpPr>
        <p:spPr>
          <a:xfrm>
            <a:off x="10410201" y="532278"/>
            <a:ext cx="153963" cy="304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44" name="Заголовок 1"/>
          <p:cNvSpPr txBox="1"/>
          <p:nvPr>
            <p:ph type="title"/>
          </p:nvPr>
        </p:nvSpPr>
        <p:spPr>
          <a:xfrm>
            <a:off x="585896" y="1208728"/>
            <a:ext cx="11057957" cy="586261"/>
          </a:xfrm>
          <a:prstGeom prst="rect">
            <a:avLst/>
          </a:prstGeom>
        </p:spPr>
        <p:txBody>
          <a:bodyPr/>
          <a:lstStyle/>
          <a:p>
            <a:pPr/>
            <a:r>
              <a:t>Векторы доходностей и ковариационные матрицы</a:t>
            </a:r>
          </a:p>
        </p:txBody>
      </p:sp>
      <p:sp>
        <p:nvSpPr>
          <p:cNvPr id="245" name="Текст 3"/>
          <p:cNvSpPr/>
          <p:nvPr>
            <p:ph type="body" idx="21"/>
          </p:nvPr>
        </p:nvSpPr>
        <p:spPr>
          <a:prstGeom prst="rect">
            <a:avLst/>
          </a:prstGeom>
          <a:extLst>
            <a:ext uri="{C572A759-6A51-4108-AA02-DFA0A04FC94B}">
              <ma14:wrappingTextBoxFlag xmlns:ma14="http://schemas.microsoft.com/office/mac/drawingml/2011/main" val="1"/>
            </a:ext>
          </a:extLst>
        </p:spPr>
        <p:txBody>
          <a:bodyPr/>
          <a:lstStyle/>
          <a:p>
            <a:pPr/>
            <a:r>
              <a:t>Финансовые технологии и анализ данных</a:t>
            </a:r>
          </a:p>
        </p:txBody>
      </p:sp>
      <p:sp>
        <p:nvSpPr>
          <p:cNvPr id="246" name="Текст 4"/>
          <p:cNvSpPr/>
          <p:nvPr>
            <p:ph type="body" idx="22"/>
          </p:nvPr>
        </p:nvSpPr>
        <p:spPr>
          <a:xfrm>
            <a:off x="3459162" y="548719"/>
            <a:ext cx="2070101" cy="408110"/>
          </a:xfrm>
          <a:prstGeom prst="rect">
            <a:avLst/>
          </a:prstGeom>
          <a:extLst>
            <a:ext uri="{C572A759-6A51-4108-AA02-DFA0A04FC94B}">
              <ma14:wrappingTextBoxFlag xmlns:ma14="http://schemas.microsoft.com/office/mac/drawingml/2011/main" val="1"/>
            </a:ext>
          </a:extLst>
        </p:spPr>
        <p:txBody>
          <a:bodyPr/>
          <a:lstStyle/>
          <a:p>
            <a:pPr/>
            <a:r>
              <a:t>Основы риск-менеджмента</a:t>
            </a:r>
          </a:p>
        </p:txBody>
      </p:sp>
      <p:graphicFrame>
        <p:nvGraphicFramePr>
          <p:cNvPr id="247" name="Tаблица 1"/>
          <p:cNvGraphicFramePr/>
          <p:nvPr/>
        </p:nvGraphicFramePr>
        <p:xfrm>
          <a:off x="926015" y="1932603"/>
          <a:ext cx="10352670" cy="941405"/>
        </p:xfrm>
        <a:graphic xmlns:a="http://schemas.openxmlformats.org/drawingml/2006/main">
          <a:graphicData uri="http://schemas.openxmlformats.org/drawingml/2006/table">
            <a:tbl>
              <a:tblPr firstCol="0" firstRow="1" lastCol="0" lastRow="0" bandCol="0" bandRow="1" rtl="0">
                <a:tableStyleId>{33BA23B1-9221-436E-865A-0063620EA4FD}</a:tableStyleId>
              </a:tblPr>
              <a:tblGrid>
                <a:gridCol w="5169985"/>
                <a:gridCol w="5169985"/>
              </a:tblGrid>
              <a:tr h="267047">
                <a:tc>
                  <a:txBody>
                    <a:bodyPr/>
                    <a:lstStyle/>
                    <a:p>
                      <a:pPr algn="ctr">
                        <a:defRPr b="0" sz="1800">
                          <a:solidFill>
                            <a:srgbClr val="000000"/>
                          </a:solidFill>
                        </a:defRPr>
                      </a:pPr>
                      <a:r>
                        <a:rPr b="1">
                          <a:solidFill>
                            <a:srgbClr val="FFFFFF"/>
                          </a:solidFill>
                        </a:rPr>
                        <a:t>Скользящее окно</a:t>
                      </a:r>
                    </a:p>
                  </a:txBody>
                  <a:tcPr marL="0" marR="0" marT="0" marB="0" anchor="t" anchorCtr="0" horzOverflow="overflow"/>
                </a:tc>
                <a:tc>
                  <a:txBody>
                    <a:bodyPr/>
                    <a:lstStyle/>
                    <a:p>
                      <a:pPr algn="ctr">
                        <a:defRPr b="0" sz="1800">
                          <a:solidFill>
                            <a:srgbClr val="000000"/>
                          </a:solidFill>
                        </a:defRPr>
                      </a:pPr>
                      <a:r>
                        <a:rPr b="1">
                          <a:solidFill>
                            <a:srgbClr val="FFFFFF"/>
                          </a:solidFill>
                        </a:rPr>
                        <a:t>Расширяющее окно</a:t>
                      </a:r>
                    </a:p>
                  </a:txBody>
                  <a:tcPr marL="0" marR="0" marT="0" marB="0" anchor="t" anchorCtr="0" horzOverflow="overflow"/>
                </a:tc>
              </a:tr>
              <a:tr h="661656">
                <a:tc>
                  <a:txBody>
                    <a:bodyPr/>
                    <a:lstStyle/>
                    <a:p>
                      <a:pPr marL="180473" indent="-180473" algn="l">
                        <a:buSzPct val="100000"/>
                        <a:buChar char="•"/>
                        <a:defRPr sz="1800"/>
                      </a:pPr>
                      <a:r>
                        <a:t>Количество окон = 10</a:t>
                      </a:r>
                    </a:p>
                    <a:p>
                      <a:pPr marL="180473" indent="-180473" algn="l">
                        <a:buSzPct val="100000"/>
                        <a:buChar char="•"/>
                        <a:defRPr sz="1800"/>
                      </a:pPr>
                      <a:r>
                        <a:t>Размер одного ~ 251</a:t>
                      </a:r>
                    </a:p>
                    <a:p>
                      <a:pPr marL="180473" indent="-180473" algn="l">
                        <a:buSzPct val="100000"/>
                        <a:buChar char="•"/>
                        <a:defRPr sz="1800"/>
                      </a:pPr>
                      <a:r>
                        <a:t>Быстрее адаптируется</a:t>
                      </a:r>
                    </a:p>
                  </a:txBody>
                  <a:tcPr marL="0" marR="0" marT="0" marB="0" anchor="t" anchorCtr="0" horzOverflow="overflow"/>
                </a:tc>
                <a:tc>
                  <a:txBody>
                    <a:bodyPr/>
                    <a:lstStyle/>
                    <a:p>
                      <a:pPr marL="180473" indent="-180473" algn="l">
                        <a:buSzPct val="100000"/>
                        <a:buChar char="•"/>
                        <a:defRPr sz="1800"/>
                      </a:pPr>
                      <a:r>
                        <a:t>Количество окон = 10</a:t>
                      </a:r>
                    </a:p>
                    <a:p>
                      <a:pPr marL="180473" indent="-180473" algn="l">
                        <a:buSzPct val="100000"/>
                        <a:buChar char="•"/>
                        <a:defRPr sz="1800"/>
                      </a:pPr>
                      <a:r>
                        <a:t>Окно 1 = 251, …, Окно 10 = 2475</a:t>
                      </a:r>
                    </a:p>
                    <a:p>
                      <a:pPr marL="180473" indent="-180473" algn="l">
                        <a:buSzPct val="100000"/>
                        <a:buChar char="•"/>
                        <a:defRPr sz="1800"/>
                      </a:pPr>
                      <a:r>
                        <a:t>Более стабильно</a:t>
                      </a:r>
                    </a:p>
                  </a:txBody>
                  <a:tcPr marL="0" marR="0" marT="0" marB="0" anchor="t" anchorCtr="0" horzOverflow="overflow"/>
                </a:tc>
              </a:tr>
            </a:tbl>
          </a:graphicData>
        </a:graphic>
      </p:graphicFrame>
      <p:pic>
        <p:nvPicPr>
          <p:cNvPr id="248" name="вставленный-фильм.png" descr="вставленный-фильм.png"/>
          <p:cNvPicPr>
            <a:picLocks noChangeAspect="1"/>
          </p:cNvPicPr>
          <p:nvPr/>
        </p:nvPicPr>
        <p:blipFill>
          <a:blip r:embed="rId2">
            <a:extLst/>
          </a:blip>
          <a:stretch>
            <a:fillRect/>
          </a:stretch>
        </p:blipFill>
        <p:spPr>
          <a:xfrm>
            <a:off x="2574418" y="3188512"/>
            <a:ext cx="7080913" cy="3463824"/>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0" name="TextBox 10"/>
          <p:cNvSpPr txBox="1"/>
          <p:nvPr>
            <p:ph type="sldNum" sz="quarter" idx="2"/>
          </p:nvPr>
        </p:nvSpPr>
        <p:spPr>
          <a:xfrm>
            <a:off x="10410201" y="532278"/>
            <a:ext cx="153963" cy="304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51" name="Заголовок 1"/>
          <p:cNvSpPr txBox="1"/>
          <p:nvPr>
            <p:ph type="title"/>
          </p:nvPr>
        </p:nvSpPr>
        <p:spPr>
          <a:prstGeom prst="rect">
            <a:avLst/>
          </a:prstGeom>
        </p:spPr>
        <p:txBody>
          <a:bodyPr/>
          <a:lstStyle/>
          <a:p>
            <a:pPr/>
            <a:r>
              <a:t>* Экспоненциальное забывание</a:t>
            </a:r>
          </a:p>
        </p:txBody>
      </p:sp>
      <p:sp>
        <p:nvSpPr>
          <p:cNvPr id="252" name="Текст 2"/>
          <p:cNvSpPr txBox="1"/>
          <p:nvPr>
            <p:ph type="body" sz="half" idx="1"/>
          </p:nvPr>
        </p:nvSpPr>
        <p:spPr>
          <a:xfrm>
            <a:off x="3834650" y="2081321"/>
            <a:ext cx="8020988" cy="3813989"/>
          </a:xfrm>
          <a:prstGeom prst="rect">
            <a:avLst/>
          </a:prstGeom>
        </p:spPr>
        <p:txBody>
          <a:bodyPr/>
          <a:lstStyle/>
          <a:p>
            <a:pPr defTabSz="365760">
              <a:spcBef>
                <a:spcPts val="400"/>
              </a:spcBef>
              <a:defRPr sz="800"/>
            </a:pPr>
          </a:p>
        </p:txBody>
      </p:sp>
      <p:pic>
        <p:nvPicPr>
          <p:cNvPr id="253" name="вставленный-фильм.png" descr="вставленный-фильм.png"/>
          <p:cNvPicPr>
            <a:picLocks noChangeAspect="1"/>
          </p:cNvPicPr>
          <p:nvPr/>
        </p:nvPicPr>
        <p:blipFill>
          <a:blip r:embed="rId2">
            <a:extLst/>
          </a:blip>
          <a:stretch>
            <a:fillRect/>
          </a:stretch>
        </p:blipFill>
        <p:spPr>
          <a:xfrm>
            <a:off x="3834650" y="2081321"/>
            <a:ext cx="7731474" cy="3809873"/>
          </a:xfrm>
          <a:prstGeom prst="rect">
            <a:avLst/>
          </a:prstGeom>
          <a:ln w="12700">
            <a:miter lim="400000"/>
          </a:ln>
        </p:spPr>
      </p:pic>
      <p:sp>
        <p:nvSpPr>
          <p:cNvPr id="254" name="Текст 3"/>
          <p:cNvSpPr/>
          <p:nvPr>
            <p:ph type="body" idx="22"/>
          </p:nvPr>
        </p:nvSpPr>
        <p:spPr>
          <a:prstGeom prst="rect">
            <a:avLst/>
          </a:prstGeom>
          <a:extLst>
            <a:ext uri="{C572A759-6A51-4108-AA02-DFA0A04FC94B}">
              <ma14:wrappingTextBoxFlag xmlns:ma14="http://schemas.microsoft.com/office/mac/drawingml/2011/main" val="1"/>
            </a:ext>
          </a:extLst>
        </p:spPr>
        <p:txBody>
          <a:bodyPr/>
          <a:lstStyle/>
          <a:p>
            <a:pPr/>
            <a:r>
              <a:t>Финансовые технологии и анализ данных</a:t>
            </a:r>
          </a:p>
        </p:txBody>
      </p:sp>
      <p:sp>
        <p:nvSpPr>
          <p:cNvPr id="255" name="Текст 4"/>
          <p:cNvSpPr/>
          <p:nvPr>
            <p:ph type="body" idx="23"/>
          </p:nvPr>
        </p:nvSpPr>
        <p:spPr>
          <a:xfrm>
            <a:off x="3459162" y="548719"/>
            <a:ext cx="2070101" cy="408110"/>
          </a:xfrm>
          <a:prstGeom prst="rect">
            <a:avLst/>
          </a:prstGeom>
          <a:extLst>
            <a:ext uri="{C572A759-6A51-4108-AA02-DFA0A04FC94B}">
              <ma14:wrappingTextBoxFlag xmlns:ma14="http://schemas.microsoft.com/office/mac/drawingml/2011/main" val="1"/>
            </a:ext>
          </a:extLst>
        </p:spPr>
        <p:txBody>
          <a:bodyPr/>
          <a:lstStyle/>
          <a:p>
            <a:pPr/>
            <a:r>
              <a:t>Основы риск-менеджмента</a:t>
            </a:r>
          </a:p>
        </p:txBody>
      </p:sp>
      <p:sp>
        <p:nvSpPr>
          <p:cNvPr id="256" name="Скользящее окно (1 год)…"/>
          <p:cNvSpPr txBox="1"/>
          <p:nvPr/>
        </p:nvSpPr>
        <p:spPr>
          <a:xfrm>
            <a:off x="846765" y="3116406"/>
            <a:ext cx="3873468" cy="6251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180473" indent="-180473">
              <a:buSzPct val="100000"/>
              <a:buChar char="•"/>
            </a:pPr>
            <a:r>
              <a:t>Скользящее окно (1 год)</a:t>
            </a:r>
          </a:p>
          <a:p>
            <a:pPr marL="180473" indent="-180473">
              <a:buSzPct val="100000"/>
              <a:buChar char="•"/>
            </a:pPr>
            <a:r>
              <a:t>Lambda = 0.94</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8" name="TextBox 10"/>
          <p:cNvSpPr txBox="1"/>
          <p:nvPr>
            <p:ph type="sldNum" sz="quarter" idx="2"/>
          </p:nvPr>
        </p:nvSpPr>
        <p:spPr>
          <a:xfrm>
            <a:off x="10410201" y="532278"/>
            <a:ext cx="153963" cy="304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59" name="Заголовок 1"/>
          <p:cNvSpPr txBox="1"/>
          <p:nvPr>
            <p:ph type="title"/>
          </p:nvPr>
        </p:nvSpPr>
        <p:spPr>
          <a:xfrm>
            <a:off x="585898" y="1447790"/>
            <a:ext cx="10136545" cy="777026"/>
          </a:xfrm>
          <a:prstGeom prst="rect">
            <a:avLst/>
          </a:prstGeom>
        </p:spPr>
        <p:txBody>
          <a:bodyPr/>
          <a:lstStyle/>
          <a:p>
            <a:pPr/>
            <a:r>
              <a:t>Анализ стабильности во времени границы эффективных портфелей</a:t>
            </a:r>
          </a:p>
        </p:txBody>
      </p:sp>
      <p:sp>
        <p:nvSpPr>
          <p:cNvPr id="260" name="Текст 3"/>
          <p:cNvSpPr/>
          <p:nvPr>
            <p:ph type="body" idx="22"/>
          </p:nvPr>
        </p:nvSpPr>
        <p:spPr>
          <a:prstGeom prst="rect">
            <a:avLst/>
          </a:prstGeom>
          <a:extLst>
            <a:ext uri="{C572A759-6A51-4108-AA02-DFA0A04FC94B}">
              <ma14:wrappingTextBoxFlag xmlns:ma14="http://schemas.microsoft.com/office/mac/drawingml/2011/main" val="1"/>
            </a:ext>
          </a:extLst>
        </p:spPr>
        <p:txBody>
          <a:bodyPr/>
          <a:lstStyle/>
          <a:p>
            <a:pPr/>
            <a:r>
              <a:t>Финансовые технологии и анализ данных</a:t>
            </a:r>
          </a:p>
        </p:txBody>
      </p:sp>
      <p:sp>
        <p:nvSpPr>
          <p:cNvPr id="261" name="Текст 4"/>
          <p:cNvSpPr/>
          <p:nvPr>
            <p:ph type="body" idx="23"/>
          </p:nvPr>
        </p:nvSpPr>
        <p:spPr>
          <a:xfrm>
            <a:off x="3459162" y="548719"/>
            <a:ext cx="2070101" cy="408110"/>
          </a:xfrm>
          <a:prstGeom prst="rect">
            <a:avLst/>
          </a:prstGeom>
          <a:extLst>
            <a:ext uri="{C572A759-6A51-4108-AA02-DFA0A04FC94B}">
              <ma14:wrappingTextBoxFlag xmlns:ma14="http://schemas.microsoft.com/office/mac/drawingml/2011/main" val="1"/>
            </a:ext>
          </a:extLst>
        </p:spPr>
        <p:txBody>
          <a:bodyPr/>
          <a:lstStyle/>
          <a:p>
            <a:pPr/>
            <a:r>
              <a:t>Основы риск-менеджмента</a:t>
            </a:r>
          </a:p>
        </p:txBody>
      </p:sp>
      <p:sp>
        <p:nvSpPr>
          <p:cNvPr id="262" name="Динамика изменения границы эффективных портфелей"/>
          <p:cNvSpPr txBox="1"/>
          <p:nvPr/>
        </p:nvSpPr>
        <p:spPr>
          <a:xfrm>
            <a:off x="547434" y="1965131"/>
            <a:ext cx="8778303"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0E2D69"/>
                </a:solidFill>
                <a:latin typeface="HSE Sans"/>
                <a:ea typeface="HSE Sans"/>
                <a:cs typeface="HSE Sans"/>
                <a:sym typeface="HSE Sans"/>
              </a:defRPr>
            </a:lvl1pPr>
          </a:lstStyle>
          <a:p>
            <a:pPr/>
            <a:r>
              <a:t>Динамика изменения границы эффективных портфелей</a:t>
            </a:r>
          </a:p>
        </p:txBody>
      </p:sp>
      <p:pic>
        <p:nvPicPr>
          <p:cNvPr id="263" name="Picture 3" descr="Picture 3"/>
          <p:cNvPicPr>
            <a:picLocks noChangeAspect="1"/>
          </p:cNvPicPr>
          <p:nvPr/>
        </p:nvPicPr>
        <p:blipFill>
          <a:blip r:embed="rId2">
            <a:extLst/>
          </a:blip>
          <a:stretch>
            <a:fillRect/>
          </a:stretch>
        </p:blipFill>
        <p:spPr>
          <a:xfrm>
            <a:off x="345448" y="3094004"/>
            <a:ext cx="5782049" cy="3279455"/>
          </a:xfrm>
          <a:prstGeom prst="rect">
            <a:avLst/>
          </a:prstGeom>
          <a:ln w="12700">
            <a:miter lim="400000"/>
          </a:ln>
        </p:spPr>
      </p:pic>
      <p:pic>
        <p:nvPicPr>
          <p:cNvPr id="264" name="вставленный-фильм.png" descr="вставленный-фильм.png"/>
          <p:cNvPicPr>
            <a:picLocks noChangeAspect="1"/>
          </p:cNvPicPr>
          <p:nvPr/>
        </p:nvPicPr>
        <p:blipFill>
          <a:blip r:embed="rId3">
            <a:extLst/>
          </a:blip>
          <a:srcRect l="0" t="0" r="0" b="930"/>
          <a:stretch>
            <a:fillRect/>
          </a:stretch>
        </p:blipFill>
        <p:spPr>
          <a:xfrm>
            <a:off x="6237170" y="3094004"/>
            <a:ext cx="5781884" cy="3274361"/>
          </a:xfrm>
          <a:prstGeom prst="rect">
            <a:avLst/>
          </a:prstGeom>
          <a:ln w="12700">
            <a:miter lim="400000"/>
          </a:ln>
        </p:spPr>
      </p:pic>
      <p:sp>
        <p:nvSpPr>
          <p:cNvPr id="265" name="Скользящее окно"/>
          <p:cNvSpPr txBox="1"/>
          <p:nvPr/>
        </p:nvSpPr>
        <p:spPr>
          <a:xfrm>
            <a:off x="2340547" y="2492866"/>
            <a:ext cx="1791851"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r>
              <a:t>Скользящее окно</a:t>
            </a:r>
          </a:p>
        </p:txBody>
      </p:sp>
      <p:sp>
        <p:nvSpPr>
          <p:cNvPr id="266" name="Расширяющее окно"/>
          <p:cNvSpPr txBox="1"/>
          <p:nvPr/>
        </p:nvSpPr>
        <p:spPr>
          <a:xfrm>
            <a:off x="8113404" y="2492866"/>
            <a:ext cx="2029605"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r>
              <a:t>Расширяющее окно</a:t>
            </a:r>
          </a:p>
        </p:txBody>
      </p:sp>
      <p:sp>
        <p:nvSpPr>
          <p:cNvPr id="267" name="Линия"/>
          <p:cNvSpPr/>
          <p:nvPr/>
        </p:nvSpPr>
        <p:spPr>
          <a:xfrm flipV="1">
            <a:off x="6182333" y="2503927"/>
            <a:ext cx="1" cy="3903700"/>
          </a:xfrm>
          <a:prstGeom prst="line">
            <a:avLst/>
          </a:prstGeom>
          <a:ln w="25400">
            <a:solidFill>
              <a:schemeClr val="accent1"/>
            </a:solidFill>
            <a:miter lim="400000"/>
          </a:ln>
        </p:spPr>
        <p:txBody>
          <a:bodyPr lIns="45719" rIns="45719"/>
          <a:lstStyle/>
          <a:p>
            <a:pPr/>
          </a:p>
        </p:txBody>
      </p:sp>
      <p:sp>
        <p:nvSpPr>
          <p:cNvPr id="268" name="Линия"/>
          <p:cNvSpPr/>
          <p:nvPr/>
        </p:nvSpPr>
        <p:spPr>
          <a:xfrm flipH="1" flipV="1">
            <a:off x="721853" y="2959979"/>
            <a:ext cx="10920961" cy="1"/>
          </a:xfrm>
          <a:prstGeom prst="line">
            <a:avLst/>
          </a:prstGeom>
          <a:ln w="25400">
            <a:solidFill>
              <a:schemeClr val="accent1"/>
            </a:solidFill>
            <a:miter lim="400000"/>
          </a:ln>
        </p:spPr>
        <p:txBody>
          <a:bodyPr lIns="45719" rIns="45719"/>
          <a:lstStyle/>
          <a:p>
            <a:pP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0" name="TextBox 10"/>
          <p:cNvSpPr txBox="1"/>
          <p:nvPr>
            <p:ph type="sldNum" sz="quarter" idx="2"/>
          </p:nvPr>
        </p:nvSpPr>
        <p:spPr>
          <a:xfrm>
            <a:off x="10410201" y="532278"/>
            <a:ext cx="153963" cy="304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71" name="Заголовок 1"/>
          <p:cNvSpPr txBox="1"/>
          <p:nvPr>
            <p:ph type="title"/>
          </p:nvPr>
        </p:nvSpPr>
        <p:spPr>
          <a:xfrm>
            <a:off x="585898" y="1447790"/>
            <a:ext cx="10136545" cy="777026"/>
          </a:xfrm>
          <a:prstGeom prst="rect">
            <a:avLst/>
          </a:prstGeom>
        </p:spPr>
        <p:txBody>
          <a:bodyPr/>
          <a:lstStyle/>
          <a:p>
            <a:pPr/>
            <a:r>
              <a:t>Анализ стабильности во времени границы эффективных портфелей</a:t>
            </a:r>
          </a:p>
        </p:txBody>
      </p:sp>
      <p:sp>
        <p:nvSpPr>
          <p:cNvPr id="272" name="Текст 3"/>
          <p:cNvSpPr/>
          <p:nvPr>
            <p:ph type="body" idx="22"/>
          </p:nvPr>
        </p:nvSpPr>
        <p:spPr>
          <a:prstGeom prst="rect">
            <a:avLst/>
          </a:prstGeom>
          <a:extLst>
            <a:ext uri="{C572A759-6A51-4108-AA02-DFA0A04FC94B}">
              <ma14:wrappingTextBoxFlag xmlns:ma14="http://schemas.microsoft.com/office/mac/drawingml/2011/main" val="1"/>
            </a:ext>
          </a:extLst>
        </p:spPr>
        <p:txBody>
          <a:bodyPr/>
          <a:lstStyle/>
          <a:p>
            <a:pPr/>
            <a:r>
              <a:t>Финансовые технологии и анализ данных</a:t>
            </a:r>
          </a:p>
        </p:txBody>
      </p:sp>
      <p:sp>
        <p:nvSpPr>
          <p:cNvPr id="273" name="Текст 4"/>
          <p:cNvSpPr/>
          <p:nvPr>
            <p:ph type="body" idx="23"/>
          </p:nvPr>
        </p:nvSpPr>
        <p:spPr>
          <a:xfrm>
            <a:off x="3459162" y="548719"/>
            <a:ext cx="2070101" cy="408110"/>
          </a:xfrm>
          <a:prstGeom prst="rect">
            <a:avLst/>
          </a:prstGeom>
          <a:extLst>
            <a:ext uri="{C572A759-6A51-4108-AA02-DFA0A04FC94B}">
              <ma14:wrappingTextBoxFlag xmlns:ma14="http://schemas.microsoft.com/office/mac/drawingml/2011/main" val="1"/>
            </a:ext>
          </a:extLst>
        </p:spPr>
        <p:txBody>
          <a:bodyPr/>
          <a:lstStyle/>
          <a:p>
            <a:pPr/>
            <a:r>
              <a:t>Основы риск-менеджмента</a:t>
            </a:r>
          </a:p>
        </p:txBody>
      </p:sp>
      <p:sp>
        <p:nvSpPr>
          <p:cNvPr id="274" name="Динамика изменения границы эффективных портфелей"/>
          <p:cNvSpPr txBox="1"/>
          <p:nvPr/>
        </p:nvSpPr>
        <p:spPr>
          <a:xfrm>
            <a:off x="547434" y="1965131"/>
            <a:ext cx="8778303"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0E2D69"/>
                </a:solidFill>
                <a:latin typeface="HSE Sans"/>
                <a:ea typeface="HSE Sans"/>
                <a:cs typeface="HSE Sans"/>
                <a:sym typeface="HSE Sans"/>
              </a:defRPr>
            </a:lvl1pPr>
          </a:lstStyle>
          <a:p>
            <a:pPr/>
            <a:r>
              <a:t>Динамика изменения границы эффективных портфелей</a:t>
            </a:r>
          </a:p>
        </p:txBody>
      </p:sp>
      <p:sp>
        <p:nvSpPr>
          <p:cNvPr id="275" name="Экспоненциальное забывание со скользящим окном"/>
          <p:cNvSpPr txBox="1"/>
          <p:nvPr/>
        </p:nvSpPr>
        <p:spPr>
          <a:xfrm>
            <a:off x="697235" y="3116406"/>
            <a:ext cx="3444348" cy="6251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Экспоненциальное забывание со скользящим окном</a:t>
            </a:r>
          </a:p>
        </p:txBody>
      </p:sp>
      <p:pic>
        <p:nvPicPr>
          <p:cNvPr id="276" name="вставленный-фильм.png" descr="вставленный-фильм.png"/>
          <p:cNvPicPr>
            <a:picLocks noChangeAspect="1"/>
          </p:cNvPicPr>
          <p:nvPr/>
        </p:nvPicPr>
        <p:blipFill>
          <a:blip r:embed="rId2">
            <a:extLst/>
          </a:blip>
          <a:srcRect l="0" t="0" r="0" b="1067"/>
          <a:stretch>
            <a:fillRect/>
          </a:stretch>
        </p:blipFill>
        <p:spPr>
          <a:xfrm>
            <a:off x="4665482" y="2376483"/>
            <a:ext cx="7382222" cy="4196023"/>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8" name="TextBox 10"/>
          <p:cNvSpPr txBox="1"/>
          <p:nvPr>
            <p:ph type="sldNum" sz="quarter" idx="2"/>
          </p:nvPr>
        </p:nvSpPr>
        <p:spPr>
          <a:xfrm>
            <a:off x="10410201" y="532278"/>
            <a:ext cx="153963" cy="304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79" name="Заголовок 1"/>
          <p:cNvSpPr txBox="1"/>
          <p:nvPr>
            <p:ph type="title"/>
          </p:nvPr>
        </p:nvSpPr>
        <p:spPr>
          <a:xfrm>
            <a:off x="585898" y="1447790"/>
            <a:ext cx="10136545" cy="777026"/>
          </a:xfrm>
          <a:prstGeom prst="rect">
            <a:avLst/>
          </a:prstGeom>
        </p:spPr>
        <p:txBody>
          <a:bodyPr/>
          <a:lstStyle/>
          <a:p>
            <a:pPr/>
            <a:r>
              <a:t>Анализ стабильности во времени границы эффективных портфелей</a:t>
            </a:r>
          </a:p>
        </p:txBody>
      </p:sp>
      <p:sp>
        <p:nvSpPr>
          <p:cNvPr id="280" name="Текст 3"/>
          <p:cNvSpPr/>
          <p:nvPr>
            <p:ph type="body" idx="22"/>
          </p:nvPr>
        </p:nvSpPr>
        <p:spPr>
          <a:prstGeom prst="rect">
            <a:avLst/>
          </a:prstGeom>
          <a:extLst>
            <a:ext uri="{C572A759-6A51-4108-AA02-DFA0A04FC94B}">
              <ma14:wrappingTextBoxFlag xmlns:ma14="http://schemas.microsoft.com/office/mac/drawingml/2011/main" val="1"/>
            </a:ext>
          </a:extLst>
        </p:spPr>
        <p:txBody>
          <a:bodyPr/>
          <a:lstStyle/>
          <a:p>
            <a:pPr/>
            <a:r>
              <a:t>Финансовые технологии и анализ данных</a:t>
            </a:r>
          </a:p>
        </p:txBody>
      </p:sp>
      <p:sp>
        <p:nvSpPr>
          <p:cNvPr id="281" name="Текст 4"/>
          <p:cNvSpPr/>
          <p:nvPr>
            <p:ph type="body" idx="23"/>
          </p:nvPr>
        </p:nvSpPr>
        <p:spPr>
          <a:xfrm>
            <a:off x="3459162" y="548719"/>
            <a:ext cx="2070101" cy="408110"/>
          </a:xfrm>
          <a:prstGeom prst="rect">
            <a:avLst/>
          </a:prstGeom>
          <a:extLst>
            <a:ext uri="{C572A759-6A51-4108-AA02-DFA0A04FC94B}">
              <ma14:wrappingTextBoxFlag xmlns:ma14="http://schemas.microsoft.com/office/mac/drawingml/2011/main" val="1"/>
            </a:ext>
          </a:extLst>
        </p:spPr>
        <p:txBody>
          <a:bodyPr/>
          <a:lstStyle/>
          <a:p>
            <a:pPr/>
            <a:r>
              <a:t>Основы риск-менеджмента</a:t>
            </a:r>
          </a:p>
        </p:txBody>
      </p:sp>
      <p:sp>
        <p:nvSpPr>
          <p:cNvPr id="282" name="Сравнение методов: скользящее окно, расширяющее окно, экспоненциальное забывание"/>
          <p:cNvSpPr txBox="1"/>
          <p:nvPr/>
        </p:nvSpPr>
        <p:spPr>
          <a:xfrm>
            <a:off x="547434" y="1965131"/>
            <a:ext cx="8778303" cy="650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0E2D69"/>
                </a:solidFill>
                <a:latin typeface="HSE Sans"/>
                <a:ea typeface="HSE Sans"/>
                <a:cs typeface="HSE Sans"/>
                <a:sym typeface="HSE Sans"/>
              </a:defRPr>
            </a:lvl1pPr>
          </a:lstStyle>
          <a:p>
            <a:pPr/>
            <a:r>
              <a:t>Сравнение методов: скользящее окно, расширяющее окно, экспоненциальное забывание</a:t>
            </a:r>
          </a:p>
        </p:txBody>
      </p:sp>
      <p:pic>
        <p:nvPicPr>
          <p:cNvPr id="283" name="вставленный-фильм.png" descr="вставленный-фильм.png"/>
          <p:cNvPicPr>
            <a:picLocks noChangeAspect="1"/>
          </p:cNvPicPr>
          <p:nvPr/>
        </p:nvPicPr>
        <p:blipFill>
          <a:blip r:embed="rId2">
            <a:extLst/>
          </a:blip>
          <a:stretch>
            <a:fillRect/>
          </a:stretch>
        </p:blipFill>
        <p:spPr>
          <a:xfrm>
            <a:off x="205607" y="3130074"/>
            <a:ext cx="5515790" cy="2310237"/>
          </a:xfrm>
          <a:prstGeom prst="rect">
            <a:avLst/>
          </a:prstGeom>
          <a:ln w="12700">
            <a:miter lim="400000"/>
          </a:ln>
        </p:spPr>
      </p:pic>
      <p:pic>
        <p:nvPicPr>
          <p:cNvPr id="284" name="вставленный-фильм.png" descr="вставленный-фильм.png"/>
          <p:cNvPicPr>
            <a:picLocks noChangeAspect="1"/>
          </p:cNvPicPr>
          <p:nvPr/>
        </p:nvPicPr>
        <p:blipFill>
          <a:blip r:embed="rId3">
            <a:extLst/>
          </a:blip>
          <a:stretch>
            <a:fillRect/>
          </a:stretch>
        </p:blipFill>
        <p:spPr>
          <a:xfrm>
            <a:off x="5854532" y="2979956"/>
            <a:ext cx="6132398" cy="2610473"/>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6" name="TextBox 10"/>
          <p:cNvSpPr txBox="1"/>
          <p:nvPr>
            <p:ph type="sldNum" sz="quarter" idx="2"/>
          </p:nvPr>
        </p:nvSpPr>
        <p:spPr>
          <a:xfrm>
            <a:off x="10410201" y="532278"/>
            <a:ext cx="153963" cy="304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87" name="Заголовок 1"/>
          <p:cNvSpPr txBox="1"/>
          <p:nvPr>
            <p:ph type="title"/>
          </p:nvPr>
        </p:nvSpPr>
        <p:spPr>
          <a:xfrm>
            <a:off x="585898" y="1447790"/>
            <a:ext cx="10136545" cy="777026"/>
          </a:xfrm>
          <a:prstGeom prst="rect">
            <a:avLst/>
          </a:prstGeom>
        </p:spPr>
        <p:txBody>
          <a:bodyPr/>
          <a:lstStyle/>
          <a:p>
            <a:pPr/>
            <a:r>
              <a:t>Сравнение различных подходов к оценке входящих данных для optimizer</a:t>
            </a:r>
          </a:p>
        </p:txBody>
      </p:sp>
      <p:sp>
        <p:nvSpPr>
          <p:cNvPr id="288" name="Текст 3"/>
          <p:cNvSpPr/>
          <p:nvPr>
            <p:ph type="body" idx="22"/>
          </p:nvPr>
        </p:nvSpPr>
        <p:spPr>
          <a:prstGeom prst="rect">
            <a:avLst/>
          </a:prstGeom>
          <a:extLst>
            <a:ext uri="{C572A759-6A51-4108-AA02-DFA0A04FC94B}">
              <ma14:wrappingTextBoxFlag xmlns:ma14="http://schemas.microsoft.com/office/mac/drawingml/2011/main" val="1"/>
            </a:ext>
          </a:extLst>
        </p:spPr>
        <p:txBody>
          <a:bodyPr/>
          <a:lstStyle/>
          <a:p>
            <a:pPr/>
            <a:r>
              <a:t>Финансовые технологии и анализ данных</a:t>
            </a:r>
          </a:p>
        </p:txBody>
      </p:sp>
      <p:sp>
        <p:nvSpPr>
          <p:cNvPr id="289" name="Текст 4"/>
          <p:cNvSpPr/>
          <p:nvPr>
            <p:ph type="body" idx="23"/>
          </p:nvPr>
        </p:nvSpPr>
        <p:spPr>
          <a:xfrm>
            <a:off x="3459162" y="548719"/>
            <a:ext cx="2070101" cy="408110"/>
          </a:xfrm>
          <a:prstGeom prst="rect">
            <a:avLst/>
          </a:prstGeom>
          <a:extLst>
            <a:ext uri="{C572A759-6A51-4108-AA02-DFA0A04FC94B}">
              <ma14:wrappingTextBoxFlag xmlns:ma14="http://schemas.microsoft.com/office/mac/drawingml/2011/main" val="1"/>
            </a:ext>
          </a:extLst>
        </p:spPr>
        <p:txBody>
          <a:bodyPr/>
          <a:lstStyle/>
          <a:p>
            <a:pPr/>
            <a:r>
              <a:t>Основы риск-менеджмента</a:t>
            </a:r>
          </a:p>
        </p:txBody>
      </p:sp>
      <p:sp>
        <p:nvSpPr>
          <p:cNvPr id="290" name="Линия"/>
          <p:cNvSpPr/>
          <p:nvPr/>
        </p:nvSpPr>
        <p:spPr>
          <a:xfrm flipV="1">
            <a:off x="6182333" y="2503927"/>
            <a:ext cx="1" cy="3903700"/>
          </a:xfrm>
          <a:prstGeom prst="line">
            <a:avLst/>
          </a:prstGeom>
          <a:ln w="25400">
            <a:solidFill>
              <a:schemeClr val="accent1"/>
            </a:solidFill>
            <a:miter lim="400000"/>
          </a:ln>
        </p:spPr>
        <p:txBody>
          <a:bodyPr lIns="45719" rIns="45719"/>
          <a:lstStyle/>
          <a:p>
            <a:pPr/>
          </a:p>
        </p:txBody>
      </p:sp>
      <p:sp>
        <p:nvSpPr>
          <p:cNvPr id="291" name="Линия"/>
          <p:cNvSpPr/>
          <p:nvPr/>
        </p:nvSpPr>
        <p:spPr>
          <a:xfrm flipH="1" flipV="1">
            <a:off x="721853" y="3109644"/>
            <a:ext cx="10920960" cy="1"/>
          </a:xfrm>
          <a:prstGeom prst="line">
            <a:avLst/>
          </a:prstGeom>
          <a:ln w="25400">
            <a:solidFill>
              <a:schemeClr val="accent1"/>
            </a:solidFill>
            <a:miter lim="400000"/>
          </a:ln>
        </p:spPr>
        <p:txBody>
          <a:bodyPr lIns="45719" rIns="45719"/>
          <a:lstStyle/>
          <a:p>
            <a:pPr/>
          </a:p>
        </p:txBody>
      </p:sp>
      <p:sp>
        <p:nvSpPr>
          <p:cNvPr id="292" name="Индекс для расчета исторически скорректированных β"/>
          <p:cNvSpPr txBox="1"/>
          <p:nvPr/>
        </p:nvSpPr>
        <p:spPr>
          <a:xfrm>
            <a:off x="939069" y="2348286"/>
            <a:ext cx="5086743" cy="6251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Индекс для расчета исторически скорректированных β</a:t>
            </a:r>
          </a:p>
        </p:txBody>
      </p:sp>
      <p:sp>
        <p:nvSpPr>
          <p:cNvPr id="293" name="Историческое окно и схема взвешивания наблюдений"/>
          <p:cNvSpPr txBox="1"/>
          <p:nvPr/>
        </p:nvSpPr>
        <p:spPr>
          <a:xfrm>
            <a:off x="6946005" y="2348286"/>
            <a:ext cx="4030729" cy="6251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Историческое окно и схема взвешивания наблюдений </a:t>
            </a:r>
          </a:p>
        </p:txBody>
      </p:sp>
      <p:sp>
        <p:nvSpPr>
          <p:cNvPr id="294" name="Выбранный индекс: Индекс Мосбиржи (IMOEX)…"/>
          <p:cNvSpPr txBox="1"/>
          <p:nvPr/>
        </p:nvSpPr>
        <p:spPr>
          <a:xfrm>
            <a:off x="939069" y="3245815"/>
            <a:ext cx="5086743" cy="23777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rPr b="1"/>
              <a:t>Выбранный индекс:</a:t>
            </a:r>
            <a:r>
              <a:t> Индекс Мосбиржи (IMOEX)</a:t>
            </a:r>
          </a:p>
          <a:p>
            <a:pPr/>
          </a:p>
          <a:p>
            <a:pPr>
              <a:defRPr b="1"/>
            </a:pPr>
            <a:r>
              <a:t>Почему?</a:t>
            </a:r>
          </a:p>
          <a:p>
            <a:pPr marL="240631" indent="-240631">
              <a:buSzPct val="100000"/>
              <a:buAutoNum type="arabicPeriod" startAt="1"/>
            </a:pPr>
            <a:r>
              <a:t>Репрезентативность российского рынка</a:t>
            </a:r>
          </a:p>
          <a:p>
            <a:pPr marL="240631" indent="-240631">
              <a:buSzPct val="100000"/>
              <a:buAutoNum type="arabicPeriod" startAt="1"/>
            </a:pPr>
            <a:r>
              <a:t>Соответствие данным</a:t>
            </a:r>
          </a:p>
          <a:p>
            <a:pPr marL="240631" indent="-240631">
              <a:buSzPct val="100000"/>
              <a:buAutoNum type="arabicPeriod" startAt="1"/>
            </a:pPr>
            <a:r>
              <a:t>Расчет в рублях</a:t>
            </a:r>
          </a:p>
          <a:p>
            <a:pPr marL="240631" indent="-240631">
              <a:buSzPct val="100000"/>
              <a:buAutoNum type="arabicPeriod" startAt="1"/>
            </a:pPr>
            <a:r>
              <a:t>Доступность</a:t>
            </a:r>
          </a:p>
        </p:txBody>
      </p:sp>
      <p:sp>
        <p:nvSpPr>
          <p:cNvPr id="295" name="Выбранное историческое окно: Скользящее окно длиной в 1 год (252 торговых дня).…"/>
          <p:cNvSpPr txBox="1"/>
          <p:nvPr/>
        </p:nvSpPr>
        <p:spPr>
          <a:xfrm>
            <a:off x="6417999" y="3245815"/>
            <a:ext cx="5086743" cy="26698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rPr b="1"/>
              <a:t>Выбранное историческое окно:</a:t>
            </a:r>
            <a:r>
              <a:t> Скользящее окно длиной в 1 год (252 торговых дня).</a:t>
            </a:r>
          </a:p>
          <a:p>
            <a:pPr/>
            <a:r>
              <a:rPr b="1"/>
              <a:t>Выбранная схема взвешивания:</a:t>
            </a:r>
            <a:r>
              <a:t> Равные веса наблюдений (простое скользящее окно).</a:t>
            </a:r>
          </a:p>
          <a:p>
            <a:pPr/>
          </a:p>
          <a:p>
            <a:pPr>
              <a:defRPr b="1"/>
            </a:pPr>
            <a:r>
              <a:t>Почему?</a:t>
            </a:r>
          </a:p>
          <a:p>
            <a:pPr marL="240631" indent="-240631">
              <a:buSzPct val="100000"/>
              <a:buAutoNum type="arabicPeriod" startAt="1"/>
            </a:pPr>
            <a:r>
              <a:t>Trade Off между актуальностью и стабильностью</a:t>
            </a:r>
          </a:p>
          <a:p>
            <a:pPr marL="240631" indent="-240631">
              <a:buSzPct val="100000"/>
              <a:buAutoNum type="arabicPeriod" startAt="1"/>
            </a:pPr>
            <a:r>
              <a:t>Соответствие методике расчета β </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7" name="TextBox 10"/>
          <p:cNvSpPr txBox="1"/>
          <p:nvPr>
            <p:ph type="sldNum" sz="quarter" idx="2"/>
          </p:nvPr>
        </p:nvSpPr>
        <p:spPr>
          <a:xfrm>
            <a:off x="10410201" y="532278"/>
            <a:ext cx="153963" cy="304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98" name="Заголовок 1"/>
          <p:cNvSpPr txBox="1"/>
          <p:nvPr>
            <p:ph type="title"/>
          </p:nvPr>
        </p:nvSpPr>
        <p:spPr>
          <a:xfrm>
            <a:off x="585898" y="1447790"/>
            <a:ext cx="10136545" cy="777026"/>
          </a:xfrm>
          <a:prstGeom prst="rect">
            <a:avLst/>
          </a:prstGeom>
        </p:spPr>
        <p:txBody>
          <a:bodyPr/>
          <a:lstStyle/>
          <a:p>
            <a:pPr/>
            <a:r>
              <a:t>Оценка входящих данных для optimizer на основе исторических β</a:t>
            </a:r>
          </a:p>
        </p:txBody>
      </p:sp>
      <p:sp>
        <p:nvSpPr>
          <p:cNvPr id="299" name="Текст 3"/>
          <p:cNvSpPr/>
          <p:nvPr>
            <p:ph type="body" idx="22"/>
          </p:nvPr>
        </p:nvSpPr>
        <p:spPr>
          <a:prstGeom prst="rect">
            <a:avLst/>
          </a:prstGeom>
          <a:extLst>
            <a:ext uri="{C572A759-6A51-4108-AA02-DFA0A04FC94B}">
              <ma14:wrappingTextBoxFlag xmlns:ma14="http://schemas.microsoft.com/office/mac/drawingml/2011/main" val="1"/>
            </a:ext>
          </a:extLst>
        </p:spPr>
        <p:txBody>
          <a:bodyPr/>
          <a:lstStyle/>
          <a:p>
            <a:pPr/>
            <a:r>
              <a:t>Финансовые технологии и анализ данных</a:t>
            </a:r>
          </a:p>
        </p:txBody>
      </p:sp>
      <p:sp>
        <p:nvSpPr>
          <p:cNvPr id="300" name="Текст 4"/>
          <p:cNvSpPr/>
          <p:nvPr>
            <p:ph type="body" idx="23"/>
          </p:nvPr>
        </p:nvSpPr>
        <p:spPr>
          <a:xfrm>
            <a:off x="3459162" y="548719"/>
            <a:ext cx="2070101" cy="408110"/>
          </a:xfrm>
          <a:prstGeom prst="rect">
            <a:avLst/>
          </a:prstGeom>
          <a:extLst>
            <a:ext uri="{C572A759-6A51-4108-AA02-DFA0A04FC94B}">
              <ma14:wrappingTextBoxFlag xmlns:ma14="http://schemas.microsoft.com/office/mac/drawingml/2011/main" val="1"/>
            </a:ext>
          </a:extLst>
        </p:spPr>
        <p:txBody>
          <a:bodyPr/>
          <a:lstStyle/>
          <a:p>
            <a:pPr/>
            <a:r>
              <a:t>Основы риск-менеджмента</a:t>
            </a:r>
          </a:p>
        </p:txBody>
      </p:sp>
      <p:pic>
        <p:nvPicPr>
          <p:cNvPr id="301" name="вставленный-фильм.png" descr="вставленный-фильм.png"/>
          <p:cNvPicPr>
            <a:picLocks noChangeAspect="1"/>
          </p:cNvPicPr>
          <p:nvPr/>
        </p:nvPicPr>
        <p:blipFill>
          <a:blip r:embed="rId2">
            <a:extLst/>
          </a:blip>
          <a:stretch>
            <a:fillRect/>
          </a:stretch>
        </p:blipFill>
        <p:spPr>
          <a:xfrm>
            <a:off x="4044591" y="2271204"/>
            <a:ext cx="7622689" cy="4272660"/>
          </a:xfrm>
          <a:prstGeom prst="rect">
            <a:avLst/>
          </a:prstGeom>
          <a:ln w="12700">
            <a:miter lim="400000"/>
          </a:ln>
        </p:spPr>
      </p:pic>
      <p:sp>
        <p:nvSpPr>
          <p:cNvPr id="302" name="β-коэффициенты"/>
          <p:cNvSpPr txBox="1"/>
          <p:nvPr/>
        </p:nvSpPr>
        <p:spPr>
          <a:xfrm>
            <a:off x="547434" y="1965131"/>
            <a:ext cx="8778303"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0E2D69"/>
                </a:solidFill>
                <a:latin typeface="HSE Sans"/>
                <a:ea typeface="HSE Sans"/>
                <a:cs typeface="HSE Sans"/>
                <a:sym typeface="HSE Sans"/>
              </a:defRPr>
            </a:lvl1pPr>
          </a:lstStyle>
          <a:p>
            <a:pPr/>
            <a:r>
              <a:t>β-коэффициенты</a:t>
            </a:r>
          </a:p>
        </p:txBody>
      </p:sp>
      <p:sp>
        <p:nvSpPr>
          <p:cNvPr id="303" name="Среднее значение β: ~1.0 (как ожидается)…"/>
          <p:cNvSpPr txBox="1"/>
          <p:nvPr/>
        </p:nvSpPr>
        <p:spPr>
          <a:xfrm>
            <a:off x="372427" y="3388463"/>
            <a:ext cx="3444349" cy="17935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180473" indent="-180473">
              <a:buSzPct val="100000"/>
              <a:buChar char="•"/>
            </a:pPr>
            <a:r>
              <a:t>Среднее значение β: ~1.0 (как ожидается)</a:t>
            </a:r>
          </a:p>
          <a:p>
            <a:pPr marL="180473" indent="-180473">
              <a:buSzPct val="100000"/>
              <a:buChar char="•"/>
            </a:pPr>
            <a:r>
              <a:t>Диапазон: 0.14–0.62</a:t>
            </a:r>
          </a:p>
          <a:p>
            <a:pPr marL="180473" indent="-180473">
              <a:buSzPct val="100000"/>
              <a:buChar char="•"/>
            </a:pPr>
            <a:r>
              <a:t>Стандартное отклонение ~0.1</a:t>
            </a:r>
          </a:p>
          <a:p>
            <a:pPr marL="180473" indent="-180473">
              <a:buSzPct val="100000"/>
              <a:buChar char="•"/>
            </a:pPr>
            <a:r>
              <a:t>Дисперсия: ~0.0001-0.0002 (зависит от периода)</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F2C68"/>
      </a:dk1>
      <a:lt1>
        <a:srgbClr val="686359"/>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2C68"/>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